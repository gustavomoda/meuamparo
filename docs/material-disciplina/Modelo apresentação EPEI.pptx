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Corben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i2bVSxj6VyMTRD3gq5tpgz+p6CY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Corben-bold.fntdata"/><Relationship Id="rId16" Type="http://schemas.openxmlformats.org/officeDocument/2006/relationships/font" Target="fonts/Corben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f74194a8df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f74194a8d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3" name="Google Shape;26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9" name="Google Shape;26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4" name="Google Shape;27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9" name="Google Shape;27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4" name="Google Shape;28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9" name="Google Shape;28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4" name="Google Shape;29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9" name="Google Shape;29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Relationship Id="rId3" Type="http://schemas.openxmlformats.org/officeDocument/2006/relationships/image" Target="../media/image4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4.jp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4.jp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4"/>
          <p:cNvSpPr txBox="1"/>
          <p:nvPr>
            <p:ph type="title"/>
          </p:nvPr>
        </p:nvSpPr>
        <p:spPr>
          <a:xfrm>
            <a:off x="1045029" y="253887"/>
            <a:ext cx="9428214" cy="9973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" type="body"/>
          </p:nvPr>
        </p:nvSpPr>
        <p:spPr>
          <a:xfrm>
            <a:off x="545431" y="1505169"/>
            <a:ext cx="11213431" cy="46712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just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1pPr>
            <a:lvl2pPr indent="-342900" lvl="1" marL="9144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2pPr>
            <a:lvl3pPr indent="-342900" lvl="2" marL="13716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3pPr>
            <a:lvl4pPr indent="-342900" lvl="3" marL="18288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4pPr>
            <a:lvl5pPr indent="-342900" lvl="4" marL="22860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0" type="dt"/>
          </p:nvPr>
        </p:nvSpPr>
        <p:spPr>
          <a:xfrm>
            <a:off x="838200" y="6356351"/>
            <a:ext cx="2743200" cy="366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14"/>
          <p:cNvSpPr txBox="1"/>
          <p:nvPr>
            <p:ph idx="11" type="ftr"/>
          </p:nvPr>
        </p:nvSpPr>
        <p:spPr>
          <a:xfrm>
            <a:off x="4038600" y="6356351"/>
            <a:ext cx="4114800" cy="366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14"/>
          <p:cNvSpPr txBox="1"/>
          <p:nvPr>
            <p:ph idx="12" type="sldNum"/>
          </p:nvPr>
        </p:nvSpPr>
        <p:spPr>
          <a:xfrm>
            <a:off x="11373852" y="6433858"/>
            <a:ext cx="753977" cy="3661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9" name="Google Shape;29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tipo, nome da empresa&#10;&#10;Descrição gerada automaticamente" id="30" name="Google Shape;3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672" y="73970"/>
            <a:ext cx="1060574" cy="997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5"/>
          <p:cNvSpPr txBox="1"/>
          <p:nvPr>
            <p:ph type="ctrTitle"/>
          </p:nvPr>
        </p:nvSpPr>
        <p:spPr>
          <a:xfrm>
            <a:off x="515952" y="2821233"/>
            <a:ext cx="9144000" cy="100541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1" i="1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5"/>
          <p:cNvSpPr txBox="1"/>
          <p:nvPr>
            <p:ph idx="1" type="subTitle"/>
          </p:nvPr>
        </p:nvSpPr>
        <p:spPr>
          <a:xfrm>
            <a:off x="515952" y="3919785"/>
            <a:ext cx="9144000" cy="16552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b="1" i="0" sz="4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sz="2667"/>
            </a:lvl2pPr>
            <a:lvl3pPr lvl="2" algn="ctr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sz="2133"/>
            </a:lvl4pPr>
            <a:lvl5pPr lvl="4" algn="ctr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sz="2133"/>
            </a:lvl5pPr>
            <a:lvl6pPr lvl="5" algn="ctr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sz="2133"/>
            </a:lvl6pPr>
            <a:lvl7pPr lvl="6" algn="ctr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sz="2133"/>
            </a:lvl7pPr>
            <a:lvl8pPr lvl="7" algn="ctr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sz="2133"/>
            </a:lvl8pPr>
            <a:lvl9pPr lvl="8" algn="ctr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sz="2133"/>
            </a:lvl9pPr>
          </a:lstStyle>
          <a:p/>
        </p:txBody>
      </p:sp>
      <p:pic>
        <p:nvPicPr>
          <p:cNvPr id="34" name="Google Shape;34;p25"/>
          <p:cNvPicPr preferRelativeResize="0"/>
          <p:nvPr/>
        </p:nvPicPr>
        <p:blipFill rotWithShape="1">
          <a:blip r:embed="rId2">
            <a:alphaModFix amt="50000"/>
          </a:blip>
          <a:srcRect b="0" l="0" r="0" t="0"/>
          <a:stretch/>
        </p:blipFill>
        <p:spPr>
          <a:xfrm>
            <a:off x="20" y="1"/>
            <a:ext cx="12191980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tipo&#10;&#10;Descrição gerada automaticamente" id="35" name="Google Shape;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9843" y="57349"/>
            <a:ext cx="1527596" cy="14365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/>
          <p:nvPr>
            <p:ph type="title"/>
          </p:nvPr>
        </p:nvSpPr>
        <p:spPr>
          <a:xfrm>
            <a:off x="831851" y="1710267"/>
            <a:ext cx="10515600" cy="28532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6"/>
          <p:cNvSpPr txBox="1"/>
          <p:nvPr>
            <p:ph idx="1" type="body"/>
          </p:nvPr>
        </p:nvSpPr>
        <p:spPr>
          <a:xfrm>
            <a:off x="831851" y="4588934"/>
            <a:ext cx="10515600" cy="15007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 sz="3200">
                <a:solidFill>
                  <a:srgbClr val="888888"/>
                </a:solidFill>
              </a:defRPr>
            </a:lvl1pPr>
            <a:lvl2pPr indent="-228600" lvl="1" marL="9144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 sz="2667">
                <a:solidFill>
                  <a:srgbClr val="888888"/>
                </a:solidFill>
              </a:defRPr>
            </a:lvl2pPr>
            <a:lvl3pPr indent="-228600" lvl="2" marL="13716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3pPr>
            <a:lvl4pPr indent="-228600" lvl="3" marL="18288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888888"/>
              </a:buClr>
              <a:buSzPts val="2133"/>
              <a:buNone/>
              <a:defRPr sz="2133">
                <a:solidFill>
                  <a:srgbClr val="888888"/>
                </a:solidFill>
              </a:defRPr>
            </a:lvl4pPr>
            <a:lvl5pPr indent="-228600" lvl="4" marL="22860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888888"/>
              </a:buClr>
              <a:buSzPts val="2133"/>
              <a:buNone/>
              <a:defRPr sz="2133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888888"/>
              </a:buClr>
              <a:buSzPts val="2133"/>
              <a:buNone/>
              <a:defRPr sz="2133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888888"/>
              </a:buClr>
              <a:buSzPts val="2133"/>
              <a:buNone/>
              <a:defRPr sz="2133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888888"/>
              </a:buClr>
              <a:buSzPts val="2133"/>
              <a:buNone/>
              <a:defRPr sz="2133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888888"/>
              </a:buClr>
              <a:buSzPts val="2133"/>
              <a:buNone/>
              <a:defRPr sz="2133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9" name="Google Shape;39;p26"/>
          <p:cNvSpPr txBox="1"/>
          <p:nvPr>
            <p:ph idx="12" type="sldNum"/>
          </p:nvPr>
        </p:nvSpPr>
        <p:spPr>
          <a:xfrm>
            <a:off x="11373852" y="6433858"/>
            <a:ext cx="753977" cy="3661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Logotipo, nome da empresa&#10;&#10;Descrição gerada automaticamente" id="40" name="Google Shape;40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90672" y="73970"/>
            <a:ext cx="1060574" cy="997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7"/>
          <p:cNvSpPr txBox="1"/>
          <p:nvPr>
            <p:ph type="title"/>
          </p:nvPr>
        </p:nvSpPr>
        <p:spPr>
          <a:xfrm>
            <a:off x="1502229" y="253887"/>
            <a:ext cx="8971014" cy="9973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7"/>
          <p:cNvSpPr txBox="1"/>
          <p:nvPr>
            <p:ph idx="1" type="body"/>
          </p:nvPr>
        </p:nvSpPr>
        <p:spPr>
          <a:xfrm>
            <a:off x="533391" y="1540043"/>
            <a:ext cx="5156200" cy="46363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just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2400"/>
              <a:buChar char="✔"/>
              <a:defRPr sz="2400"/>
            </a:lvl1pPr>
            <a:lvl2pPr indent="-381000" lvl="1" marL="9144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Char char="✔"/>
              <a:defRPr sz="2400"/>
            </a:lvl2pPr>
            <a:lvl3pPr indent="-381000" lvl="2" marL="13716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Char char="✔"/>
              <a:defRPr sz="2400"/>
            </a:lvl3pPr>
            <a:lvl4pPr indent="-381000" lvl="3" marL="18288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Char char="✔"/>
              <a:defRPr sz="2400"/>
            </a:lvl4pPr>
            <a:lvl5pPr indent="-381000" lvl="4" marL="22860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Char char="✔"/>
              <a:defRPr sz="2400"/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7"/>
          <p:cNvSpPr txBox="1"/>
          <p:nvPr>
            <p:ph idx="2" type="body"/>
          </p:nvPr>
        </p:nvSpPr>
        <p:spPr>
          <a:xfrm>
            <a:off x="5892791" y="1540043"/>
            <a:ext cx="5156200" cy="46363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just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2400"/>
              <a:buChar char="✔"/>
              <a:defRPr sz="2400"/>
            </a:lvl1pPr>
            <a:lvl2pPr indent="-381000" lvl="1" marL="9144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Char char="✔"/>
              <a:defRPr sz="2400"/>
            </a:lvl2pPr>
            <a:lvl3pPr indent="-381000" lvl="2" marL="13716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Char char="✔"/>
              <a:defRPr sz="2400"/>
            </a:lvl3pPr>
            <a:lvl4pPr indent="-381000" lvl="3" marL="18288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Char char="✔"/>
              <a:defRPr sz="2400"/>
            </a:lvl4pPr>
            <a:lvl5pPr indent="-381000" lvl="4" marL="22860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Char char="✔"/>
              <a:defRPr sz="2400"/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7"/>
          <p:cNvSpPr txBox="1"/>
          <p:nvPr>
            <p:ph idx="12" type="sldNum"/>
          </p:nvPr>
        </p:nvSpPr>
        <p:spPr>
          <a:xfrm>
            <a:off x="11373852" y="6433858"/>
            <a:ext cx="753977" cy="3661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Logotipo, nome da empresa&#10;&#10;Descrição gerada automaticamente" id="46" name="Google Shape;46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90672" y="73970"/>
            <a:ext cx="1060574" cy="997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8"/>
          <p:cNvSpPr txBox="1"/>
          <p:nvPr>
            <p:ph type="title"/>
          </p:nvPr>
        </p:nvSpPr>
        <p:spPr>
          <a:xfrm>
            <a:off x="840317" y="366185"/>
            <a:ext cx="10515600" cy="13250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8"/>
          <p:cNvSpPr txBox="1"/>
          <p:nvPr>
            <p:ph idx="1" type="body"/>
          </p:nvPr>
        </p:nvSpPr>
        <p:spPr>
          <a:xfrm>
            <a:off x="840318" y="1680634"/>
            <a:ext cx="5158316" cy="825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just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50" name="Google Shape;50;p28"/>
          <p:cNvSpPr txBox="1"/>
          <p:nvPr>
            <p:ph idx="2" type="body"/>
          </p:nvPr>
        </p:nvSpPr>
        <p:spPr>
          <a:xfrm>
            <a:off x="840318" y="2506133"/>
            <a:ext cx="5158316" cy="36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just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2400"/>
              <a:buChar char="✔"/>
              <a:defRPr sz="2400"/>
            </a:lvl1pPr>
            <a:lvl2pPr indent="-381000" lvl="1" marL="9144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Char char="✔"/>
              <a:defRPr sz="2400"/>
            </a:lvl2pPr>
            <a:lvl3pPr indent="-381000" lvl="2" marL="13716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Char char="✔"/>
              <a:defRPr sz="2400"/>
            </a:lvl3pPr>
            <a:lvl4pPr indent="-381000" lvl="3" marL="18288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Char char="✔"/>
              <a:defRPr sz="2400"/>
            </a:lvl4pPr>
            <a:lvl5pPr indent="-381000" lvl="4" marL="22860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Char char="✔"/>
              <a:defRPr sz="2400"/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28"/>
          <p:cNvSpPr txBox="1"/>
          <p:nvPr>
            <p:ph idx="3" type="body"/>
          </p:nvPr>
        </p:nvSpPr>
        <p:spPr>
          <a:xfrm>
            <a:off x="6172200" y="1680634"/>
            <a:ext cx="5183717" cy="825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just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52" name="Google Shape;52;p28"/>
          <p:cNvSpPr txBox="1"/>
          <p:nvPr>
            <p:ph idx="4" type="body"/>
          </p:nvPr>
        </p:nvSpPr>
        <p:spPr>
          <a:xfrm>
            <a:off x="6172200" y="2506133"/>
            <a:ext cx="5183717" cy="36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just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2400"/>
              <a:buChar char="✔"/>
              <a:defRPr sz="2400"/>
            </a:lvl1pPr>
            <a:lvl2pPr indent="-381000" lvl="1" marL="9144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Char char="✔"/>
              <a:defRPr sz="2400"/>
            </a:lvl2pPr>
            <a:lvl3pPr indent="-381000" lvl="2" marL="13716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Char char="✔"/>
              <a:defRPr sz="2400"/>
            </a:lvl3pPr>
            <a:lvl4pPr indent="-381000" lvl="3" marL="18288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Char char="✔"/>
              <a:defRPr sz="2400"/>
            </a:lvl4pPr>
            <a:lvl5pPr indent="-381000" lvl="4" marL="22860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Char char="✔"/>
              <a:defRPr sz="2400"/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28"/>
          <p:cNvSpPr txBox="1"/>
          <p:nvPr>
            <p:ph idx="12" type="sldNum"/>
          </p:nvPr>
        </p:nvSpPr>
        <p:spPr>
          <a:xfrm>
            <a:off x="11373852" y="6433858"/>
            <a:ext cx="753977" cy="3661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Logotipo, nome da empresa&#10;&#10;Descrição gerada automaticamente" id="54" name="Google Shape;54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90672" y="73970"/>
            <a:ext cx="1060574" cy="997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/>
          <p:nvPr>
            <p:ph type="title"/>
          </p:nvPr>
        </p:nvSpPr>
        <p:spPr>
          <a:xfrm>
            <a:off x="1463039" y="253887"/>
            <a:ext cx="9010203" cy="9973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9"/>
          <p:cNvSpPr txBox="1"/>
          <p:nvPr>
            <p:ph idx="12" type="sldNum"/>
          </p:nvPr>
        </p:nvSpPr>
        <p:spPr>
          <a:xfrm>
            <a:off x="11373852" y="6433858"/>
            <a:ext cx="753977" cy="3661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Logotipo, nome da empresa&#10;&#10;Descrição gerada automaticamente" id="58" name="Google Shape;58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90672" y="73970"/>
            <a:ext cx="1060574" cy="997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0"/>
          <p:cNvSpPr txBox="1"/>
          <p:nvPr>
            <p:ph idx="12" type="sldNum"/>
          </p:nvPr>
        </p:nvSpPr>
        <p:spPr>
          <a:xfrm>
            <a:off x="11373852" y="6433858"/>
            <a:ext cx="753977" cy="3661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Logotipo, nome da empresa&#10;&#10;Descrição gerada automaticamente" id="61" name="Google Shape;61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90672" y="73970"/>
            <a:ext cx="1060574" cy="997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fografico">
  <p:cSld name="infografico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1"/>
          <p:cNvSpPr/>
          <p:nvPr/>
        </p:nvSpPr>
        <p:spPr>
          <a:xfrm>
            <a:off x="5996561" y="3972512"/>
            <a:ext cx="1168438" cy="1007274"/>
          </a:xfrm>
          <a:prstGeom prst="hexagon">
            <a:avLst>
              <a:gd fmla="val 25000" name="adj"/>
              <a:gd fmla="val 115470" name="vf"/>
            </a:avLst>
          </a:prstGeom>
          <a:noFill/>
          <a:ln cap="flat" cmpd="sng" w="38100">
            <a:solidFill>
              <a:srgbClr val="84AC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31"/>
          <p:cNvSpPr/>
          <p:nvPr/>
        </p:nvSpPr>
        <p:spPr>
          <a:xfrm>
            <a:off x="6117207" y="4065864"/>
            <a:ext cx="951861" cy="820569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84ACB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" name="Google Shape;65;p31"/>
          <p:cNvCxnSpPr/>
          <p:nvPr/>
        </p:nvCxnSpPr>
        <p:spPr>
          <a:xfrm>
            <a:off x="7164998" y="4463657"/>
            <a:ext cx="4320000" cy="0"/>
          </a:xfrm>
          <a:prstGeom prst="straightConnector1">
            <a:avLst/>
          </a:prstGeom>
          <a:noFill/>
          <a:ln cap="flat" cmpd="sng" w="38100">
            <a:solidFill>
              <a:srgbClr val="84ACB6"/>
            </a:solidFill>
            <a:prstDash val="solid"/>
            <a:round/>
            <a:headEnd len="sm" w="sm" type="none"/>
            <a:tailEnd len="lg" w="lg" type="oval"/>
          </a:ln>
        </p:spPr>
      </p:cxnSp>
      <p:sp>
        <p:nvSpPr>
          <p:cNvPr id="66" name="Google Shape;66;p31"/>
          <p:cNvSpPr/>
          <p:nvPr/>
        </p:nvSpPr>
        <p:spPr>
          <a:xfrm>
            <a:off x="4936412" y="4692592"/>
            <a:ext cx="1168438" cy="1007274"/>
          </a:xfrm>
          <a:prstGeom prst="hexagon">
            <a:avLst>
              <a:gd fmla="val 25000" name="adj"/>
              <a:gd fmla="val 115470" name="vf"/>
            </a:avLst>
          </a:prstGeom>
          <a:noFill/>
          <a:ln cap="flat" cmpd="sng" w="38100">
            <a:solidFill>
              <a:srgbClr val="58B6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31"/>
          <p:cNvSpPr/>
          <p:nvPr/>
        </p:nvSpPr>
        <p:spPr>
          <a:xfrm>
            <a:off x="5044701" y="4785944"/>
            <a:ext cx="951861" cy="820569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58B6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" name="Google Shape;68;p31"/>
          <p:cNvCxnSpPr/>
          <p:nvPr/>
        </p:nvCxnSpPr>
        <p:spPr>
          <a:xfrm rot="10800000">
            <a:off x="609168" y="5196228"/>
            <a:ext cx="4320000" cy="0"/>
          </a:xfrm>
          <a:prstGeom prst="straightConnector1">
            <a:avLst/>
          </a:prstGeom>
          <a:noFill/>
          <a:ln cap="flat" cmpd="sng" w="38100">
            <a:solidFill>
              <a:srgbClr val="58B6C0"/>
            </a:solidFill>
            <a:prstDash val="solid"/>
            <a:round/>
            <a:headEnd len="sm" w="sm" type="none"/>
            <a:tailEnd len="lg" w="lg" type="oval"/>
          </a:ln>
        </p:spPr>
      </p:cxnSp>
      <p:cxnSp>
        <p:nvCxnSpPr>
          <p:cNvPr id="69" name="Google Shape;69;p31"/>
          <p:cNvCxnSpPr/>
          <p:nvPr/>
        </p:nvCxnSpPr>
        <p:spPr>
          <a:xfrm rot="10800000">
            <a:off x="609168" y="3787064"/>
            <a:ext cx="4320000" cy="0"/>
          </a:xfrm>
          <a:prstGeom prst="straightConnector1">
            <a:avLst/>
          </a:prstGeom>
          <a:noFill/>
          <a:ln cap="flat" cmpd="sng" w="38100">
            <a:solidFill>
              <a:srgbClr val="75BDA7"/>
            </a:solidFill>
            <a:prstDash val="solid"/>
            <a:round/>
            <a:headEnd len="sm" w="sm" type="none"/>
            <a:tailEnd len="lg" w="lg" type="oval"/>
          </a:ln>
        </p:spPr>
      </p:cxnSp>
      <p:sp>
        <p:nvSpPr>
          <p:cNvPr id="70" name="Google Shape;70;p31"/>
          <p:cNvSpPr/>
          <p:nvPr/>
        </p:nvSpPr>
        <p:spPr>
          <a:xfrm>
            <a:off x="4936412" y="3283428"/>
            <a:ext cx="1168438" cy="1007274"/>
          </a:xfrm>
          <a:prstGeom prst="hexagon">
            <a:avLst>
              <a:gd fmla="val 25000" name="adj"/>
              <a:gd fmla="val 115470" name="vf"/>
            </a:avLst>
          </a:prstGeom>
          <a:noFill/>
          <a:ln cap="flat" cmpd="sng" w="38100">
            <a:solidFill>
              <a:srgbClr val="75BD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1"/>
          <p:cNvSpPr/>
          <p:nvPr/>
        </p:nvSpPr>
        <p:spPr>
          <a:xfrm>
            <a:off x="5044701" y="3376780"/>
            <a:ext cx="951861" cy="820569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75BDA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" name="Google Shape;72;p31"/>
          <p:cNvCxnSpPr/>
          <p:nvPr/>
        </p:nvCxnSpPr>
        <p:spPr>
          <a:xfrm>
            <a:off x="7164998" y="3107996"/>
            <a:ext cx="4320000" cy="0"/>
          </a:xfrm>
          <a:prstGeom prst="straightConnector1">
            <a:avLst/>
          </a:prstGeom>
          <a:noFill/>
          <a:ln cap="flat" cmpd="sng" w="38100">
            <a:solidFill>
              <a:srgbClr val="58B6C0"/>
            </a:solidFill>
            <a:prstDash val="solid"/>
            <a:round/>
            <a:headEnd len="sm" w="sm" type="none"/>
            <a:tailEnd len="lg" w="lg" type="oval"/>
          </a:ln>
        </p:spPr>
      </p:cxnSp>
      <p:sp>
        <p:nvSpPr>
          <p:cNvPr id="73" name="Google Shape;73;p31"/>
          <p:cNvSpPr/>
          <p:nvPr/>
        </p:nvSpPr>
        <p:spPr>
          <a:xfrm>
            <a:off x="5996561" y="2604360"/>
            <a:ext cx="1168438" cy="1007274"/>
          </a:xfrm>
          <a:prstGeom prst="hexagon">
            <a:avLst>
              <a:gd fmla="val 25000" name="adj"/>
              <a:gd fmla="val 115470" name="vf"/>
            </a:avLst>
          </a:prstGeom>
          <a:noFill/>
          <a:ln cap="flat" cmpd="sng" w="38100">
            <a:solidFill>
              <a:srgbClr val="58B6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1"/>
          <p:cNvSpPr/>
          <p:nvPr/>
        </p:nvSpPr>
        <p:spPr>
          <a:xfrm>
            <a:off x="6117207" y="2697713"/>
            <a:ext cx="951861" cy="820569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58B6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" name="Google Shape;75;p31"/>
          <p:cNvCxnSpPr/>
          <p:nvPr/>
        </p:nvCxnSpPr>
        <p:spPr>
          <a:xfrm rot="10800000">
            <a:off x="609168" y="2387078"/>
            <a:ext cx="4320000" cy="0"/>
          </a:xfrm>
          <a:prstGeom prst="straightConnector1">
            <a:avLst/>
          </a:prstGeom>
          <a:noFill/>
          <a:ln cap="flat" cmpd="sng" w="38100">
            <a:solidFill>
              <a:srgbClr val="84ACB6"/>
            </a:solidFill>
            <a:prstDash val="solid"/>
            <a:round/>
            <a:headEnd len="sm" w="sm" type="none"/>
            <a:tailEnd len="lg" w="lg" type="oval"/>
          </a:ln>
        </p:spPr>
      </p:cxnSp>
      <p:sp>
        <p:nvSpPr>
          <p:cNvPr id="76" name="Google Shape;76;p31"/>
          <p:cNvSpPr/>
          <p:nvPr/>
        </p:nvSpPr>
        <p:spPr>
          <a:xfrm>
            <a:off x="4936412" y="1883442"/>
            <a:ext cx="1168438" cy="1007274"/>
          </a:xfrm>
          <a:prstGeom prst="hexagon">
            <a:avLst>
              <a:gd fmla="val 25000" name="adj"/>
              <a:gd fmla="val 115470" name="vf"/>
            </a:avLst>
          </a:prstGeom>
          <a:noFill/>
          <a:ln cap="flat" cmpd="sng" w="38100">
            <a:solidFill>
              <a:srgbClr val="84AC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31"/>
          <p:cNvSpPr/>
          <p:nvPr/>
        </p:nvSpPr>
        <p:spPr>
          <a:xfrm>
            <a:off x="5044701" y="1976794"/>
            <a:ext cx="951861" cy="820569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84ACB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31"/>
          <p:cNvSpPr txBox="1"/>
          <p:nvPr>
            <p:ph type="title"/>
          </p:nvPr>
        </p:nvSpPr>
        <p:spPr>
          <a:xfrm>
            <a:off x="1476103" y="468000"/>
            <a:ext cx="8492356" cy="5226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1"/>
          <p:cNvSpPr txBox="1"/>
          <p:nvPr>
            <p:ph idx="1" type="body"/>
          </p:nvPr>
        </p:nvSpPr>
        <p:spPr>
          <a:xfrm>
            <a:off x="818147" y="1490729"/>
            <a:ext cx="4007943" cy="7976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indent="-342900" lvl="1" marL="9144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2pPr>
            <a:lvl3pPr indent="-342900" lvl="2" marL="13716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3pPr>
            <a:lvl4pPr indent="-342900" lvl="3" marL="18288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4pPr>
            <a:lvl5pPr indent="-342900" lvl="4" marL="22860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31"/>
          <p:cNvSpPr txBox="1"/>
          <p:nvPr>
            <p:ph idx="2" type="body"/>
          </p:nvPr>
        </p:nvSpPr>
        <p:spPr>
          <a:xfrm>
            <a:off x="818147" y="2890714"/>
            <a:ext cx="4007943" cy="7976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indent="-342900" lvl="1" marL="9144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2pPr>
            <a:lvl3pPr indent="-342900" lvl="2" marL="13716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3pPr>
            <a:lvl4pPr indent="-342900" lvl="3" marL="18288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4pPr>
            <a:lvl5pPr indent="-342900" lvl="4" marL="22860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1"/>
          <p:cNvSpPr txBox="1"/>
          <p:nvPr>
            <p:ph idx="3" type="body"/>
          </p:nvPr>
        </p:nvSpPr>
        <p:spPr>
          <a:xfrm>
            <a:off x="818147" y="4301547"/>
            <a:ext cx="4007943" cy="7976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indent="-342900" lvl="1" marL="9144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2pPr>
            <a:lvl3pPr indent="-342900" lvl="2" marL="13716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3pPr>
            <a:lvl4pPr indent="-342900" lvl="3" marL="18288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4pPr>
            <a:lvl5pPr indent="-342900" lvl="4" marL="22860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31"/>
          <p:cNvSpPr txBox="1"/>
          <p:nvPr>
            <p:ph idx="4" type="body"/>
          </p:nvPr>
        </p:nvSpPr>
        <p:spPr>
          <a:xfrm>
            <a:off x="7244756" y="2226361"/>
            <a:ext cx="4006800" cy="7976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indent="-342900" lvl="1" marL="9144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2pPr>
            <a:lvl3pPr indent="-342900" lvl="2" marL="13716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3pPr>
            <a:lvl4pPr indent="-342900" lvl="3" marL="18288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4pPr>
            <a:lvl5pPr indent="-342900" lvl="4" marL="22860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31"/>
          <p:cNvSpPr txBox="1"/>
          <p:nvPr>
            <p:ph idx="5" type="body"/>
          </p:nvPr>
        </p:nvSpPr>
        <p:spPr>
          <a:xfrm>
            <a:off x="7244756" y="3582021"/>
            <a:ext cx="4006800" cy="7976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indent="-342900" lvl="1" marL="9144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2pPr>
            <a:lvl3pPr indent="-342900" lvl="2" marL="13716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3pPr>
            <a:lvl4pPr indent="-342900" lvl="3" marL="18288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4pPr>
            <a:lvl5pPr indent="-342900" lvl="4" marL="22860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31"/>
          <p:cNvSpPr/>
          <p:nvPr/>
        </p:nvSpPr>
        <p:spPr>
          <a:xfrm>
            <a:off x="6032008" y="5167376"/>
            <a:ext cx="1168438" cy="1007274"/>
          </a:xfrm>
          <a:prstGeom prst="hexagon">
            <a:avLst>
              <a:gd fmla="val 25000" name="adj"/>
              <a:gd fmla="val 115470" name="vf"/>
            </a:avLst>
          </a:prstGeom>
          <a:noFill/>
          <a:ln cap="flat" cmpd="sng" w="38100">
            <a:solidFill>
              <a:srgbClr val="75BD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5" name="Google Shape;85;p31"/>
          <p:cNvCxnSpPr/>
          <p:nvPr/>
        </p:nvCxnSpPr>
        <p:spPr>
          <a:xfrm>
            <a:off x="7200445" y="5658521"/>
            <a:ext cx="4320000" cy="0"/>
          </a:xfrm>
          <a:prstGeom prst="straightConnector1">
            <a:avLst/>
          </a:prstGeom>
          <a:noFill/>
          <a:ln cap="flat" cmpd="sng" w="38100">
            <a:solidFill>
              <a:srgbClr val="75BDA7"/>
            </a:solidFill>
            <a:prstDash val="solid"/>
            <a:round/>
            <a:headEnd len="sm" w="sm" type="none"/>
            <a:tailEnd len="lg" w="lg" type="oval"/>
          </a:ln>
        </p:spPr>
      </p:cxnSp>
      <p:sp>
        <p:nvSpPr>
          <p:cNvPr id="86" name="Google Shape;86;p31"/>
          <p:cNvSpPr txBox="1"/>
          <p:nvPr>
            <p:ph idx="6" type="body"/>
          </p:nvPr>
        </p:nvSpPr>
        <p:spPr>
          <a:xfrm>
            <a:off x="7280203" y="4776885"/>
            <a:ext cx="4006800" cy="7976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indent="-342900" lvl="1" marL="9144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2pPr>
            <a:lvl3pPr indent="-342900" lvl="2" marL="13716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3pPr>
            <a:lvl4pPr indent="-342900" lvl="3" marL="18288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4pPr>
            <a:lvl5pPr indent="-342900" lvl="4" marL="22860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31"/>
          <p:cNvSpPr/>
          <p:nvPr/>
        </p:nvSpPr>
        <p:spPr>
          <a:xfrm>
            <a:off x="6149610" y="5273219"/>
            <a:ext cx="951861" cy="820569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75BDA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31"/>
          <p:cNvSpPr/>
          <p:nvPr/>
        </p:nvSpPr>
        <p:spPr>
          <a:xfrm>
            <a:off x="5178970" y="2072526"/>
            <a:ext cx="654790" cy="65479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152400" sx="102000" rotWithShape="0" algn="t" dir="5400000" dist="38100" sy="102000">
              <a:schemeClr val="accent5">
                <a:alpha val="4000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pt-BR" sz="3600" u="none" cap="none" strike="noStrike">
                <a:solidFill>
                  <a:schemeClr val="lt1"/>
                </a:solidFill>
                <a:latin typeface="Corben"/>
                <a:ea typeface="Corben"/>
                <a:cs typeface="Corben"/>
                <a:sym typeface="Corbe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31"/>
          <p:cNvSpPr/>
          <p:nvPr/>
        </p:nvSpPr>
        <p:spPr>
          <a:xfrm>
            <a:off x="6253385" y="2780601"/>
            <a:ext cx="654790" cy="65479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152400" sx="102000" rotWithShape="0" algn="t" dir="5400000" dist="38100" sy="102000">
              <a:schemeClr val="accent2">
                <a:alpha val="4000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pt-BR" sz="3600" u="none" cap="none" strike="noStrike">
                <a:solidFill>
                  <a:schemeClr val="lt1"/>
                </a:solidFill>
                <a:latin typeface="Corben"/>
                <a:ea typeface="Corben"/>
                <a:cs typeface="Corben"/>
                <a:sym typeface="Corben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31"/>
          <p:cNvSpPr/>
          <p:nvPr/>
        </p:nvSpPr>
        <p:spPr>
          <a:xfrm>
            <a:off x="5186041" y="3480199"/>
            <a:ext cx="654790" cy="654790"/>
          </a:xfrm>
          <a:prstGeom prst="ellipse">
            <a:avLst/>
          </a:prstGeom>
          <a:solidFill>
            <a:srgbClr val="75BDA7"/>
          </a:solidFill>
          <a:ln>
            <a:noFill/>
          </a:ln>
          <a:effectLst>
            <a:outerShdw blurRad="152400" sx="102000" rotWithShape="0" algn="t" dir="5400000" dist="38100" sy="102000">
              <a:schemeClr val="accent5">
                <a:alpha val="4000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pt-BR" sz="3600" u="none" cap="none" strike="noStrike">
                <a:solidFill>
                  <a:schemeClr val="lt1"/>
                </a:solidFill>
                <a:latin typeface="Corben"/>
                <a:ea typeface="Corben"/>
                <a:cs typeface="Corben"/>
                <a:sym typeface="Corbe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31"/>
          <p:cNvSpPr/>
          <p:nvPr/>
        </p:nvSpPr>
        <p:spPr>
          <a:xfrm>
            <a:off x="6230780" y="4148753"/>
            <a:ext cx="654790" cy="654790"/>
          </a:xfrm>
          <a:prstGeom prst="ellipse">
            <a:avLst/>
          </a:prstGeom>
          <a:solidFill>
            <a:srgbClr val="84ACB6"/>
          </a:solidFill>
          <a:ln>
            <a:noFill/>
          </a:ln>
          <a:effectLst>
            <a:outerShdw blurRad="152400" sx="102000" rotWithShape="0" algn="t" dir="5400000" dist="38100" sy="102000">
              <a:schemeClr val="accent3">
                <a:alpha val="4000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pt-BR" sz="3600" u="none" cap="none" strike="noStrike">
                <a:solidFill>
                  <a:schemeClr val="lt1"/>
                </a:solidFill>
                <a:latin typeface="Corben"/>
                <a:ea typeface="Corben"/>
                <a:cs typeface="Corben"/>
                <a:sym typeface="Corben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31"/>
          <p:cNvSpPr/>
          <p:nvPr/>
        </p:nvSpPr>
        <p:spPr>
          <a:xfrm>
            <a:off x="5193236" y="4886433"/>
            <a:ext cx="654790" cy="65479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152400" sx="102000" rotWithShape="0" algn="t" dir="5400000" dist="38100" sy="102000">
              <a:schemeClr val="accent2">
                <a:alpha val="4000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pt-BR" sz="3600" u="none" cap="none" strike="noStrike">
                <a:solidFill>
                  <a:schemeClr val="lt1"/>
                </a:solidFill>
                <a:latin typeface="Corben"/>
                <a:ea typeface="Corben"/>
                <a:cs typeface="Corben"/>
                <a:sym typeface="Corbe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31"/>
          <p:cNvSpPr/>
          <p:nvPr/>
        </p:nvSpPr>
        <p:spPr>
          <a:xfrm>
            <a:off x="6288832" y="5356108"/>
            <a:ext cx="654790" cy="654790"/>
          </a:xfrm>
          <a:prstGeom prst="ellipse">
            <a:avLst/>
          </a:prstGeom>
          <a:solidFill>
            <a:srgbClr val="75BDA7"/>
          </a:solidFill>
          <a:ln>
            <a:noFill/>
          </a:ln>
          <a:effectLst>
            <a:outerShdw blurRad="152400" sx="102000" rotWithShape="0" algn="t" dir="5400000" dist="38100" sy="102000">
              <a:schemeClr val="accent5">
                <a:alpha val="4000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pt-BR" sz="3600" u="none" cap="none" strike="noStrike">
                <a:solidFill>
                  <a:schemeClr val="lt1"/>
                </a:solidFill>
                <a:latin typeface="Corben"/>
                <a:ea typeface="Corben"/>
                <a:cs typeface="Corben"/>
                <a:sym typeface="Corben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tipo, nome da empresa&#10;&#10;Descrição gerada automaticamente" id="94" name="Google Shape;94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90672" y="73970"/>
            <a:ext cx="1060574" cy="997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_Conteudo lista">
  <p:cSld name="Imagem_Conteudo lista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2"/>
          <p:cNvSpPr/>
          <p:nvPr/>
        </p:nvSpPr>
        <p:spPr>
          <a:xfrm rot="2700000">
            <a:off x="4819650" y="5416550"/>
            <a:ext cx="560388" cy="560388"/>
          </a:xfrm>
          <a:prstGeom prst="roundRect">
            <a:avLst>
              <a:gd fmla="val 10713" name="adj"/>
            </a:avLst>
          </a:prstGeom>
          <a:solidFill>
            <a:schemeClr val="lt1"/>
          </a:solidFill>
          <a:ln cap="flat" cmpd="sng" w="63500">
            <a:solidFill>
              <a:srgbClr val="68CE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32"/>
          <p:cNvSpPr/>
          <p:nvPr/>
        </p:nvSpPr>
        <p:spPr>
          <a:xfrm rot="2700000">
            <a:off x="4818857" y="4134644"/>
            <a:ext cx="558800" cy="560387"/>
          </a:xfrm>
          <a:prstGeom prst="roundRect">
            <a:avLst>
              <a:gd fmla="val 10713" name="adj"/>
            </a:avLst>
          </a:prstGeom>
          <a:solidFill>
            <a:schemeClr val="lt1"/>
          </a:solidFill>
          <a:ln cap="flat" cmpd="sng" w="63500">
            <a:solidFill>
              <a:srgbClr val="68CE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32"/>
          <p:cNvSpPr/>
          <p:nvPr/>
        </p:nvSpPr>
        <p:spPr>
          <a:xfrm rot="2700000">
            <a:off x="4808538" y="2852738"/>
            <a:ext cx="560387" cy="560387"/>
          </a:xfrm>
          <a:prstGeom prst="roundRect">
            <a:avLst>
              <a:gd fmla="val 10713" name="adj"/>
            </a:avLst>
          </a:prstGeom>
          <a:solidFill>
            <a:schemeClr val="lt1"/>
          </a:solidFill>
          <a:ln cap="flat" cmpd="sng" w="63500">
            <a:solidFill>
              <a:srgbClr val="68CE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32"/>
          <p:cNvSpPr/>
          <p:nvPr/>
        </p:nvSpPr>
        <p:spPr>
          <a:xfrm rot="2700000">
            <a:off x="4819650" y="1570038"/>
            <a:ext cx="560387" cy="560388"/>
          </a:xfrm>
          <a:prstGeom prst="roundRect">
            <a:avLst>
              <a:gd fmla="val 10713" name="adj"/>
            </a:avLst>
          </a:prstGeom>
          <a:solidFill>
            <a:schemeClr val="lt1"/>
          </a:solidFill>
          <a:ln cap="flat" cmpd="sng" w="63500">
            <a:solidFill>
              <a:srgbClr val="68CE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32"/>
          <p:cNvSpPr/>
          <p:nvPr/>
        </p:nvSpPr>
        <p:spPr>
          <a:xfrm rot="2700000">
            <a:off x="4784725" y="1644650"/>
            <a:ext cx="407988" cy="407988"/>
          </a:xfrm>
          <a:prstGeom prst="roundRect">
            <a:avLst>
              <a:gd fmla="val 10713" name="adj"/>
            </a:avLst>
          </a:prstGeom>
          <a:solidFill>
            <a:srgbClr val="68CEDD"/>
          </a:solidFill>
          <a:ln cap="flat" cmpd="sng" w="63500">
            <a:solidFill>
              <a:srgbClr val="68CE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32"/>
          <p:cNvSpPr/>
          <p:nvPr/>
        </p:nvSpPr>
        <p:spPr>
          <a:xfrm rot="2700000">
            <a:off x="4784725" y="2941638"/>
            <a:ext cx="407987" cy="407988"/>
          </a:xfrm>
          <a:prstGeom prst="roundRect">
            <a:avLst>
              <a:gd fmla="val 10713" name="adj"/>
            </a:avLst>
          </a:prstGeom>
          <a:solidFill>
            <a:srgbClr val="68CEDD"/>
          </a:solidFill>
          <a:ln cap="flat" cmpd="sng" w="63500">
            <a:solidFill>
              <a:srgbClr val="68CE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2"/>
          <p:cNvSpPr/>
          <p:nvPr/>
        </p:nvSpPr>
        <p:spPr>
          <a:xfrm rot="2700000">
            <a:off x="4787106" y="4214019"/>
            <a:ext cx="407988" cy="406400"/>
          </a:xfrm>
          <a:prstGeom prst="roundRect">
            <a:avLst>
              <a:gd fmla="val 10713" name="adj"/>
            </a:avLst>
          </a:prstGeom>
          <a:solidFill>
            <a:srgbClr val="68CEDD"/>
          </a:solidFill>
          <a:ln cap="flat" cmpd="sng" w="63500">
            <a:solidFill>
              <a:srgbClr val="68CE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2"/>
          <p:cNvSpPr/>
          <p:nvPr/>
        </p:nvSpPr>
        <p:spPr>
          <a:xfrm rot="2700000">
            <a:off x="4787900" y="5511800"/>
            <a:ext cx="406400" cy="406400"/>
          </a:xfrm>
          <a:prstGeom prst="roundRect">
            <a:avLst>
              <a:gd fmla="val 10713" name="adj"/>
            </a:avLst>
          </a:prstGeom>
          <a:solidFill>
            <a:srgbClr val="68CEDD"/>
          </a:solidFill>
          <a:ln cap="flat" cmpd="sng" w="63500">
            <a:solidFill>
              <a:srgbClr val="68CE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2"/>
          <p:cNvSpPr/>
          <p:nvPr>
            <p:ph idx="2" type="pic"/>
          </p:nvPr>
        </p:nvSpPr>
        <p:spPr>
          <a:xfrm>
            <a:off x="1" y="1301546"/>
            <a:ext cx="2207568" cy="5084265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105" name="Google Shape;105;p32"/>
          <p:cNvSpPr/>
          <p:nvPr>
            <p:ph idx="3" type="pic"/>
          </p:nvPr>
        </p:nvSpPr>
        <p:spPr>
          <a:xfrm>
            <a:off x="2290003" y="1301546"/>
            <a:ext cx="2207568" cy="5084265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106" name="Google Shape;106;p32"/>
          <p:cNvSpPr txBox="1"/>
          <p:nvPr>
            <p:ph type="title"/>
          </p:nvPr>
        </p:nvSpPr>
        <p:spPr>
          <a:xfrm>
            <a:off x="1881051" y="468000"/>
            <a:ext cx="8087408" cy="5226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32"/>
          <p:cNvSpPr txBox="1"/>
          <p:nvPr>
            <p:ph idx="1" type="body"/>
          </p:nvPr>
        </p:nvSpPr>
        <p:spPr>
          <a:xfrm>
            <a:off x="5599638" y="1431187"/>
            <a:ext cx="5978372" cy="8132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just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indent="-342900" lvl="1" marL="9144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2pPr>
            <a:lvl3pPr indent="-342900" lvl="2" marL="13716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3pPr>
            <a:lvl4pPr indent="-342900" lvl="3" marL="18288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4pPr>
            <a:lvl5pPr indent="-342900" lvl="4" marL="22860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8" name="Google Shape;108;p32"/>
          <p:cNvSpPr txBox="1"/>
          <p:nvPr>
            <p:ph idx="4" type="body"/>
          </p:nvPr>
        </p:nvSpPr>
        <p:spPr>
          <a:xfrm>
            <a:off x="5599638" y="2744907"/>
            <a:ext cx="5978372" cy="819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just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indent="-342900" lvl="1" marL="9144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2pPr>
            <a:lvl3pPr indent="-342900" lvl="2" marL="13716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3pPr>
            <a:lvl4pPr indent="-342900" lvl="3" marL="18288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4pPr>
            <a:lvl5pPr indent="-342900" lvl="4" marL="22860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32"/>
          <p:cNvSpPr txBox="1"/>
          <p:nvPr>
            <p:ph idx="5" type="body"/>
          </p:nvPr>
        </p:nvSpPr>
        <p:spPr>
          <a:xfrm>
            <a:off x="5609538" y="3982401"/>
            <a:ext cx="5968472" cy="8132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just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indent="-342900" lvl="1" marL="9144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2pPr>
            <a:lvl3pPr indent="-342900" lvl="2" marL="13716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3pPr>
            <a:lvl4pPr indent="-342900" lvl="3" marL="18288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4pPr>
            <a:lvl5pPr indent="-342900" lvl="4" marL="22860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32"/>
          <p:cNvSpPr txBox="1"/>
          <p:nvPr>
            <p:ph idx="6" type="body"/>
          </p:nvPr>
        </p:nvSpPr>
        <p:spPr>
          <a:xfrm>
            <a:off x="5609538" y="5296121"/>
            <a:ext cx="5968472" cy="819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just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indent="-342900" lvl="1" marL="9144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2pPr>
            <a:lvl3pPr indent="-342900" lvl="2" marL="13716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3pPr>
            <a:lvl4pPr indent="-342900" lvl="3" marL="18288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4pPr>
            <a:lvl5pPr indent="-342900" lvl="4" marL="22860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Logotipo, nome da empresa&#10;&#10;Descrição gerada automaticamente" id="111" name="Google Shape;111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90672" y="73970"/>
            <a:ext cx="1060574" cy="997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flexao">
  <p:cSld name="reflexao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3"/>
          <p:cNvSpPr/>
          <p:nvPr/>
        </p:nvSpPr>
        <p:spPr>
          <a:xfrm>
            <a:off x="1415480" y="3429000"/>
            <a:ext cx="1080120" cy="2840344"/>
          </a:xfrm>
          <a:custGeom>
            <a:rect b="b" l="l" r="r" t="t"/>
            <a:pathLst>
              <a:path extrusionOk="0" h="120000" w="120000">
                <a:moveTo>
                  <a:pt x="22570" y="22960"/>
                </a:moveTo>
                <a:lnTo>
                  <a:pt x="97429" y="22960"/>
                </a:lnTo>
                <a:cubicBezTo>
                  <a:pt x="109894" y="22960"/>
                  <a:pt x="119999" y="26797"/>
                  <a:pt x="119999" y="31530"/>
                </a:cubicBezTo>
                <a:lnTo>
                  <a:pt x="119999" y="39560"/>
                </a:lnTo>
                <a:lnTo>
                  <a:pt x="120000" y="39560"/>
                </a:lnTo>
                <a:lnTo>
                  <a:pt x="120000" y="63121"/>
                </a:lnTo>
                <a:cubicBezTo>
                  <a:pt x="120000" y="65553"/>
                  <a:pt x="114806" y="67525"/>
                  <a:pt x="108399" y="67525"/>
                </a:cubicBezTo>
                <a:cubicBezTo>
                  <a:pt x="101992" y="67525"/>
                  <a:pt x="96799" y="65553"/>
                  <a:pt x="96799" y="63121"/>
                </a:cubicBezTo>
                <a:lnTo>
                  <a:pt x="96799" y="42531"/>
                </a:lnTo>
                <a:lnTo>
                  <a:pt x="93347" y="42531"/>
                </a:lnTo>
                <a:cubicBezTo>
                  <a:pt x="93158" y="66519"/>
                  <a:pt x="92969" y="90507"/>
                  <a:pt x="92780" y="114494"/>
                </a:cubicBezTo>
                <a:cubicBezTo>
                  <a:pt x="92780" y="117535"/>
                  <a:pt x="86289" y="120000"/>
                  <a:pt x="78281" y="120000"/>
                </a:cubicBezTo>
                <a:cubicBezTo>
                  <a:pt x="70274" y="120000"/>
                  <a:pt x="63783" y="117535"/>
                  <a:pt x="63783" y="114494"/>
                </a:cubicBezTo>
                <a:lnTo>
                  <a:pt x="63783" y="70497"/>
                </a:lnTo>
                <a:lnTo>
                  <a:pt x="55083" y="70497"/>
                </a:lnTo>
                <a:lnTo>
                  <a:pt x="55083" y="114494"/>
                </a:lnTo>
                <a:cubicBezTo>
                  <a:pt x="55083" y="117535"/>
                  <a:pt x="48592" y="119999"/>
                  <a:pt x="40584" y="119999"/>
                </a:cubicBezTo>
                <a:cubicBezTo>
                  <a:pt x="32577" y="119999"/>
                  <a:pt x="26086" y="117535"/>
                  <a:pt x="26086" y="114494"/>
                </a:cubicBezTo>
                <a:cubicBezTo>
                  <a:pt x="26274" y="90507"/>
                  <a:pt x="26463" y="66519"/>
                  <a:pt x="26652" y="42531"/>
                </a:cubicBezTo>
                <a:lnTo>
                  <a:pt x="23200" y="42531"/>
                </a:lnTo>
                <a:lnTo>
                  <a:pt x="23200" y="63121"/>
                </a:lnTo>
                <a:cubicBezTo>
                  <a:pt x="23200" y="65553"/>
                  <a:pt x="18007" y="67525"/>
                  <a:pt x="11600" y="67525"/>
                </a:cubicBezTo>
                <a:cubicBezTo>
                  <a:pt x="5193" y="67525"/>
                  <a:pt x="0" y="65553"/>
                  <a:pt x="0" y="63121"/>
                </a:cubicBezTo>
                <a:lnTo>
                  <a:pt x="0" y="42531"/>
                </a:lnTo>
                <a:lnTo>
                  <a:pt x="0" y="42531"/>
                </a:lnTo>
                <a:lnTo>
                  <a:pt x="0" y="31530"/>
                </a:lnTo>
                <a:cubicBezTo>
                  <a:pt x="0" y="26797"/>
                  <a:pt x="10105" y="22960"/>
                  <a:pt x="22570" y="22960"/>
                </a:cubicBezTo>
                <a:close/>
                <a:moveTo>
                  <a:pt x="60000" y="0"/>
                </a:moveTo>
                <a:cubicBezTo>
                  <a:pt x="75005" y="0"/>
                  <a:pt x="87170" y="4618"/>
                  <a:pt x="87170" y="10316"/>
                </a:cubicBezTo>
                <a:cubicBezTo>
                  <a:pt x="87170" y="16013"/>
                  <a:pt x="75005" y="20632"/>
                  <a:pt x="60000" y="20632"/>
                </a:cubicBezTo>
                <a:cubicBezTo>
                  <a:pt x="44994" y="20632"/>
                  <a:pt x="32829" y="16013"/>
                  <a:pt x="32829" y="10316"/>
                </a:cubicBezTo>
                <a:cubicBezTo>
                  <a:pt x="32829" y="4618"/>
                  <a:pt x="44994" y="0"/>
                  <a:pt x="60000" y="0"/>
                </a:cubicBezTo>
                <a:close/>
              </a:path>
            </a:pathLst>
          </a:custGeom>
          <a:solidFill>
            <a:srgbClr val="01B2C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47A3D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33"/>
          <p:cNvSpPr/>
          <p:nvPr/>
        </p:nvSpPr>
        <p:spPr>
          <a:xfrm flipH="1">
            <a:off x="2927648" y="1847993"/>
            <a:ext cx="2983352" cy="1508999"/>
          </a:xfrm>
          <a:prstGeom prst="leftArrow">
            <a:avLst>
              <a:gd fmla="val 59244" name="adj1"/>
              <a:gd fmla="val 88746" name="adj2"/>
            </a:avLst>
          </a:prstGeom>
          <a:solidFill>
            <a:srgbClr val="01B2C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B4CCD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33"/>
          <p:cNvSpPr txBox="1"/>
          <p:nvPr/>
        </p:nvSpPr>
        <p:spPr>
          <a:xfrm>
            <a:off x="1343101" y="1499300"/>
            <a:ext cx="1296515" cy="1926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3D1"/>
              </a:buClr>
              <a:buSzPts val="3450"/>
              <a:buFont typeface="Arial"/>
              <a:buNone/>
            </a:pPr>
            <a:r>
              <a:rPr b="1" i="0" lang="pt-BR" sz="13800" u="none" cap="none" strike="noStrike">
                <a:solidFill>
                  <a:srgbClr val="00B3D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33"/>
          <p:cNvSpPr txBox="1"/>
          <p:nvPr>
            <p:ph idx="1" type="body"/>
          </p:nvPr>
        </p:nvSpPr>
        <p:spPr>
          <a:xfrm>
            <a:off x="3935413" y="3643313"/>
            <a:ext cx="7561262" cy="2625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just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  <a:defRPr sz="2400"/>
            </a:lvl1pPr>
            <a:lvl2pPr indent="-228600" lvl="1" marL="9144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2pPr>
            <a:lvl3pPr indent="-228600" lvl="2" marL="13716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3pPr>
            <a:lvl4pPr indent="-228600" lvl="3" marL="18288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4pPr>
            <a:lvl5pPr indent="-228600" lvl="4" marL="22860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33"/>
          <p:cNvSpPr txBox="1"/>
          <p:nvPr>
            <p:ph idx="2" type="body"/>
          </p:nvPr>
        </p:nvSpPr>
        <p:spPr>
          <a:xfrm>
            <a:off x="1343101" y="1065805"/>
            <a:ext cx="5905027" cy="707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just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indent="-381000" lvl="1" marL="9144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Char char="✔"/>
              <a:defRPr sz="2400"/>
            </a:lvl2pPr>
            <a:lvl3pPr indent="-381000" lvl="2" marL="13716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Char char="✔"/>
              <a:defRPr sz="2400"/>
            </a:lvl3pPr>
            <a:lvl4pPr indent="-381000" lvl="3" marL="18288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Char char="✔"/>
              <a:defRPr sz="2400"/>
            </a:lvl4pPr>
            <a:lvl5pPr indent="-381000" lvl="4" marL="22860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Char char="✔"/>
              <a:defRPr sz="2400"/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33"/>
          <p:cNvSpPr txBox="1"/>
          <p:nvPr>
            <p:ph type="title"/>
          </p:nvPr>
        </p:nvSpPr>
        <p:spPr>
          <a:xfrm>
            <a:off x="2407197" y="468000"/>
            <a:ext cx="7561262" cy="5226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Logotipo, nome da empresa&#10;&#10;Descrição gerada automaticamente" id="119" name="Google Shape;119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90672" y="73970"/>
            <a:ext cx="1060574" cy="997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nteudo">
  <p:cSld name="Imagem conteudo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4"/>
          <p:cNvSpPr/>
          <p:nvPr/>
        </p:nvSpPr>
        <p:spPr>
          <a:xfrm>
            <a:off x="8175863" y="3223117"/>
            <a:ext cx="3211200" cy="2707200"/>
          </a:xfrm>
          <a:prstGeom prst="frame">
            <a:avLst>
              <a:gd fmla="val 1579" name="adj1"/>
            </a:avLst>
          </a:prstGeom>
          <a:solidFill>
            <a:srgbClr val="01B2CE"/>
          </a:solidFill>
          <a:ln cap="flat" cmpd="sng" w="9525">
            <a:solidFill>
              <a:srgbClr val="68CE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34"/>
          <p:cNvSpPr/>
          <p:nvPr>
            <p:ph idx="2" type="pic"/>
          </p:nvPr>
        </p:nvSpPr>
        <p:spPr>
          <a:xfrm>
            <a:off x="8381847" y="2720648"/>
            <a:ext cx="2814602" cy="2261999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123" name="Google Shape;123;p34"/>
          <p:cNvSpPr/>
          <p:nvPr/>
        </p:nvSpPr>
        <p:spPr>
          <a:xfrm>
            <a:off x="769969" y="3223117"/>
            <a:ext cx="3225600" cy="2707200"/>
          </a:xfrm>
          <a:prstGeom prst="frame">
            <a:avLst>
              <a:gd fmla="val 1579" name="adj1"/>
            </a:avLst>
          </a:prstGeom>
          <a:solidFill>
            <a:srgbClr val="01B2CE"/>
          </a:solidFill>
          <a:ln cap="flat" cmpd="sng" w="9525">
            <a:solidFill>
              <a:srgbClr val="68CE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4"/>
          <p:cNvSpPr/>
          <p:nvPr/>
        </p:nvSpPr>
        <p:spPr>
          <a:xfrm>
            <a:off x="4480411" y="3223424"/>
            <a:ext cx="3224535" cy="2706893"/>
          </a:xfrm>
          <a:prstGeom prst="frame">
            <a:avLst>
              <a:gd fmla="val 1579" name="adj1"/>
            </a:avLst>
          </a:prstGeom>
          <a:solidFill>
            <a:srgbClr val="01B2CE"/>
          </a:solidFill>
          <a:ln cap="flat" cmpd="sng" w="9525">
            <a:solidFill>
              <a:srgbClr val="68CE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34"/>
          <p:cNvSpPr/>
          <p:nvPr>
            <p:ph idx="3" type="pic"/>
          </p:nvPr>
        </p:nvSpPr>
        <p:spPr>
          <a:xfrm>
            <a:off x="4692997" y="2719449"/>
            <a:ext cx="2814602" cy="2261999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126" name="Google Shape;126;p34"/>
          <p:cNvSpPr/>
          <p:nvPr>
            <p:ph idx="4" type="pic"/>
          </p:nvPr>
        </p:nvSpPr>
        <p:spPr>
          <a:xfrm>
            <a:off x="975192" y="2720648"/>
            <a:ext cx="2814602" cy="2261999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127" name="Google Shape;127;p34"/>
          <p:cNvSpPr txBox="1"/>
          <p:nvPr>
            <p:ph idx="1" type="body"/>
          </p:nvPr>
        </p:nvSpPr>
        <p:spPr>
          <a:xfrm>
            <a:off x="500063" y="1306800"/>
            <a:ext cx="9468396" cy="792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just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indent="-381000" lvl="1" marL="9144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Char char="✔"/>
              <a:defRPr sz="2400"/>
            </a:lvl2pPr>
            <a:lvl3pPr indent="-381000" lvl="2" marL="13716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Char char="✔"/>
              <a:defRPr sz="2400"/>
            </a:lvl3pPr>
            <a:lvl4pPr indent="-381000" lvl="3" marL="18288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Char char="✔"/>
              <a:defRPr sz="2400"/>
            </a:lvl4pPr>
            <a:lvl5pPr indent="-381000" lvl="4" marL="22860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Char char="✔"/>
              <a:defRPr sz="2400"/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8" name="Google Shape;128;p34"/>
          <p:cNvSpPr txBox="1"/>
          <p:nvPr>
            <p:ph type="title"/>
          </p:nvPr>
        </p:nvSpPr>
        <p:spPr>
          <a:xfrm>
            <a:off x="1397726" y="468000"/>
            <a:ext cx="8570733" cy="5226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34"/>
          <p:cNvSpPr txBox="1"/>
          <p:nvPr>
            <p:ph idx="5" type="body"/>
          </p:nvPr>
        </p:nvSpPr>
        <p:spPr>
          <a:xfrm>
            <a:off x="975192" y="5106390"/>
            <a:ext cx="2843557" cy="6531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indent="-342900" lvl="1" marL="9144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2pPr>
            <a:lvl3pPr indent="-342900" lvl="2" marL="13716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3pPr>
            <a:lvl4pPr indent="-342900" lvl="3" marL="18288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4pPr>
            <a:lvl5pPr indent="-342900" lvl="4" marL="22860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34"/>
          <p:cNvSpPr txBox="1"/>
          <p:nvPr>
            <p:ph idx="6" type="body"/>
          </p:nvPr>
        </p:nvSpPr>
        <p:spPr>
          <a:xfrm>
            <a:off x="4692997" y="5106390"/>
            <a:ext cx="2843557" cy="6531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indent="-342900" lvl="1" marL="9144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2pPr>
            <a:lvl3pPr indent="-342900" lvl="2" marL="13716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3pPr>
            <a:lvl4pPr indent="-342900" lvl="3" marL="18288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4pPr>
            <a:lvl5pPr indent="-342900" lvl="4" marL="22860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1" name="Google Shape;131;p34"/>
          <p:cNvSpPr txBox="1"/>
          <p:nvPr>
            <p:ph idx="7" type="body"/>
          </p:nvPr>
        </p:nvSpPr>
        <p:spPr>
          <a:xfrm>
            <a:off x="8393158" y="5129911"/>
            <a:ext cx="2843557" cy="6531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indent="-342900" lvl="1" marL="9144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2pPr>
            <a:lvl3pPr indent="-342900" lvl="2" marL="13716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3pPr>
            <a:lvl4pPr indent="-342900" lvl="3" marL="18288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4pPr>
            <a:lvl5pPr indent="-342900" lvl="4" marL="22860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Logotipo, nome da empresa&#10;&#10;Descrição gerada automaticamente" id="132" name="Google Shape;132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90672" y="73970"/>
            <a:ext cx="1060574" cy="997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_lista">
  <p:cSld name="Imagem_lista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5"/>
          <p:cNvSpPr/>
          <p:nvPr>
            <p:ph idx="2" type="pic"/>
          </p:nvPr>
        </p:nvSpPr>
        <p:spPr>
          <a:xfrm>
            <a:off x="119335" y="4410775"/>
            <a:ext cx="1882813" cy="1947701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135" name="Google Shape;135;p35"/>
          <p:cNvSpPr txBox="1"/>
          <p:nvPr>
            <p:ph idx="12" type="sldNum"/>
          </p:nvPr>
        </p:nvSpPr>
        <p:spPr>
          <a:xfrm>
            <a:off x="11372576" y="6550781"/>
            <a:ext cx="8151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7"/>
              <a:buFont typeface="Arial"/>
              <a:buNone/>
              <a:defRPr b="0" i="0" sz="128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7"/>
              <a:buFont typeface="Arial"/>
              <a:buNone/>
              <a:defRPr b="0" i="0" sz="128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7"/>
              <a:buFont typeface="Arial"/>
              <a:buNone/>
              <a:defRPr b="0" i="0" sz="128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7"/>
              <a:buFont typeface="Arial"/>
              <a:buNone/>
              <a:defRPr b="0" i="0" sz="128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7"/>
              <a:buFont typeface="Arial"/>
              <a:buNone/>
              <a:defRPr b="0" i="0" sz="128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7"/>
              <a:buFont typeface="Arial"/>
              <a:buNone/>
              <a:defRPr b="0" i="0" sz="128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7"/>
              <a:buFont typeface="Arial"/>
              <a:buNone/>
              <a:defRPr b="0" i="0" sz="128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7"/>
              <a:buFont typeface="Arial"/>
              <a:buNone/>
              <a:defRPr b="0" i="0" sz="128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7"/>
              <a:buFont typeface="Arial"/>
              <a:buNone/>
              <a:defRPr b="0" i="0" sz="128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36" name="Google Shape;136;p35"/>
          <p:cNvSpPr/>
          <p:nvPr/>
        </p:nvSpPr>
        <p:spPr>
          <a:xfrm>
            <a:off x="2094517" y="1528867"/>
            <a:ext cx="9834132" cy="1329953"/>
          </a:xfrm>
          <a:prstGeom prst="frame">
            <a:avLst>
              <a:gd fmla="val 1855" name="adj1"/>
            </a:avLst>
          </a:prstGeom>
          <a:solidFill>
            <a:schemeClr val="lt1"/>
          </a:solidFill>
          <a:ln cap="flat" cmpd="sng" w="9525">
            <a:solidFill>
              <a:srgbClr val="68CE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35"/>
          <p:cNvSpPr/>
          <p:nvPr/>
        </p:nvSpPr>
        <p:spPr>
          <a:xfrm>
            <a:off x="2277057" y="1739786"/>
            <a:ext cx="9469052" cy="908115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5"/>
          <p:cNvSpPr/>
          <p:nvPr/>
        </p:nvSpPr>
        <p:spPr>
          <a:xfrm>
            <a:off x="2098963" y="3077038"/>
            <a:ext cx="9834132" cy="1329953"/>
          </a:xfrm>
          <a:prstGeom prst="frame">
            <a:avLst>
              <a:gd fmla="val 1855" name="adj1"/>
            </a:avLst>
          </a:prstGeom>
          <a:solidFill>
            <a:schemeClr val="lt1"/>
          </a:solidFill>
          <a:ln cap="flat" cmpd="sng" w="9525">
            <a:solidFill>
              <a:srgbClr val="68CE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35"/>
          <p:cNvSpPr/>
          <p:nvPr/>
        </p:nvSpPr>
        <p:spPr>
          <a:xfrm>
            <a:off x="2281503" y="3287957"/>
            <a:ext cx="9469052" cy="908115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35"/>
          <p:cNvSpPr/>
          <p:nvPr/>
        </p:nvSpPr>
        <p:spPr>
          <a:xfrm>
            <a:off x="2114152" y="4625209"/>
            <a:ext cx="9834132" cy="1329953"/>
          </a:xfrm>
          <a:prstGeom prst="frame">
            <a:avLst>
              <a:gd fmla="val 1855" name="adj1"/>
            </a:avLst>
          </a:prstGeom>
          <a:solidFill>
            <a:schemeClr val="lt1"/>
          </a:solidFill>
          <a:ln cap="flat" cmpd="sng" w="9525">
            <a:solidFill>
              <a:srgbClr val="68CE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35"/>
          <p:cNvSpPr/>
          <p:nvPr/>
        </p:nvSpPr>
        <p:spPr>
          <a:xfrm>
            <a:off x="2296692" y="4836128"/>
            <a:ext cx="9469052" cy="908115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35"/>
          <p:cNvSpPr txBox="1"/>
          <p:nvPr>
            <p:ph type="title"/>
          </p:nvPr>
        </p:nvSpPr>
        <p:spPr>
          <a:xfrm>
            <a:off x="1188720" y="468000"/>
            <a:ext cx="8779739" cy="5226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35"/>
          <p:cNvSpPr txBox="1"/>
          <p:nvPr>
            <p:ph idx="1" type="body"/>
          </p:nvPr>
        </p:nvSpPr>
        <p:spPr>
          <a:xfrm>
            <a:off x="2346325" y="1739900"/>
            <a:ext cx="9245600" cy="865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just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sz="2400"/>
            </a:lvl1pPr>
            <a:lvl2pPr indent="-342900" lvl="1" marL="9144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2pPr>
            <a:lvl3pPr indent="-342900" lvl="2" marL="13716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3pPr>
            <a:lvl4pPr indent="-342900" lvl="3" marL="18288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4pPr>
            <a:lvl5pPr indent="-342900" lvl="4" marL="22860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4" name="Google Shape;144;p35"/>
          <p:cNvSpPr txBox="1"/>
          <p:nvPr>
            <p:ph idx="3" type="body"/>
          </p:nvPr>
        </p:nvSpPr>
        <p:spPr>
          <a:xfrm>
            <a:off x="2346242" y="3338856"/>
            <a:ext cx="9245600" cy="815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just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sz="2400"/>
            </a:lvl1pPr>
            <a:lvl2pPr indent="-342900" lvl="1" marL="9144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2pPr>
            <a:lvl3pPr indent="-342900" lvl="2" marL="13716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3pPr>
            <a:lvl4pPr indent="-342900" lvl="3" marL="18288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4pPr>
            <a:lvl5pPr indent="-342900" lvl="4" marL="22860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5" name="Google Shape;145;p35"/>
          <p:cNvSpPr txBox="1"/>
          <p:nvPr>
            <p:ph idx="4" type="body"/>
          </p:nvPr>
        </p:nvSpPr>
        <p:spPr>
          <a:xfrm>
            <a:off x="2369282" y="4896763"/>
            <a:ext cx="9245600" cy="815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just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sz="2400"/>
            </a:lvl1pPr>
            <a:lvl2pPr indent="-342900" lvl="1" marL="9144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2pPr>
            <a:lvl3pPr indent="-342900" lvl="2" marL="13716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3pPr>
            <a:lvl4pPr indent="-342900" lvl="3" marL="18288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4pPr>
            <a:lvl5pPr indent="-342900" lvl="4" marL="22860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Logotipo, nome da empresa&#10;&#10;Descrição gerada automaticamente" id="146" name="Google Shape;146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90672" y="73970"/>
            <a:ext cx="1060574" cy="997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nteudo lista">
  <p:cSld name="Imagem conteudo lista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6"/>
          <p:cNvSpPr/>
          <p:nvPr>
            <p:ph idx="2" type="pic"/>
          </p:nvPr>
        </p:nvSpPr>
        <p:spPr>
          <a:xfrm>
            <a:off x="0" y="1301546"/>
            <a:ext cx="3350272" cy="5084265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49" name="Google Shape;149;p36"/>
          <p:cNvSpPr/>
          <p:nvPr/>
        </p:nvSpPr>
        <p:spPr>
          <a:xfrm rot="5400000">
            <a:off x="3876561" y="2649721"/>
            <a:ext cx="1814296" cy="2480565"/>
          </a:xfrm>
          <a:prstGeom prst="corner">
            <a:avLst>
              <a:gd fmla="val 10616" name="adj1"/>
              <a:gd fmla="val 10606" name="adj2"/>
            </a:avLst>
          </a:prstGeom>
          <a:solidFill>
            <a:srgbClr val="68CEDD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36"/>
          <p:cNvSpPr/>
          <p:nvPr/>
        </p:nvSpPr>
        <p:spPr>
          <a:xfrm>
            <a:off x="4912340" y="3201000"/>
            <a:ext cx="1610734" cy="141190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190500" lIns="190500" spcFirstLastPara="1" rIns="190500" wrap="square" tIns="1905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alibri"/>
              <a:buNone/>
            </a:pPr>
            <a:r>
              <a:t/>
            </a:r>
            <a:endParaRPr b="0" i="0" sz="5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36"/>
          <p:cNvSpPr/>
          <p:nvPr/>
        </p:nvSpPr>
        <p:spPr>
          <a:xfrm>
            <a:off x="5720080" y="2536575"/>
            <a:ext cx="303912" cy="303912"/>
          </a:xfrm>
          <a:prstGeom prst="triangle">
            <a:avLst>
              <a:gd fmla="val 100000" name="adj"/>
            </a:avLst>
          </a:prstGeom>
          <a:solidFill>
            <a:srgbClr val="68CEDD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36"/>
          <p:cNvSpPr/>
          <p:nvPr/>
        </p:nvSpPr>
        <p:spPr>
          <a:xfrm>
            <a:off x="6884194" y="2713064"/>
            <a:ext cx="1610734" cy="141190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190500" lIns="190500" spcFirstLastPara="1" rIns="190500" wrap="square" tIns="1905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alibri"/>
              <a:buNone/>
            </a:pPr>
            <a:r>
              <a:t/>
            </a:r>
            <a:endParaRPr b="0" i="0" sz="5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36"/>
          <p:cNvSpPr/>
          <p:nvPr/>
        </p:nvSpPr>
        <p:spPr>
          <a:xfrm>
            <a:off x="8856048" y="2225127"/>
            <a:ext cx="1610734" cy="141190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190500" lIns="190500" spcFirstLastPara="1" rIns="190500" wrap="square" tIns="1905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alibri"/>
              <a:buNone/>
            </a:pPr>
            <a:r>
              <a:t/>
            </a:r>
            <a:endParaRPr b="0" i="0" sz="5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36"/>
          <p:cNvSpPr/>
          <p:nvPr/>
        </p:nvSpPr>
        <p:spPr>
          <a:xfrm>
            <a:off x="5206949" y="2324823"/>
            <a:ext cx="623889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pt-BR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baseline="30000" i="0" lang="pt-BR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6"/>
          <p:cNvSpPr/>
          <p:nvPr/>
        </p:nvSpPr>
        <p:spPr>
          <a:xfrm>
            <a:off x="7878440" y="1828046"/>
            <a:ext cx="62389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pt-BR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baseline="30000" i="0" lang="pt-BR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36"/>
          <p:cNvSpPr/>
          <p:nvPr/>
        </p:nvSpPr>
        <p:spPr>
          <a:xfrm>
            <a:off x="10792453" y="1458940"/>
            <a:ext cx="62389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pt-BR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baseline="30000" i="0" lang="pt-BR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36"/>
          <p:cNvSpPr/>
          <p:nvPr/>
        </p:nvSpPr>
        <p:spPr>
          <a:xfrm rot="5400000">
            <a:off x="6555239" y="2203441"/>
            <a:ext cx="1814296" cy="2480565"/>
          </a:xfrm>
          <a:prstGeom prst="corner">
            <a:avLst>
              <a:gd fmla="val 10616" name="adj1"/>
              <a:gd fmla="val 10606" name="adj2"/>
            </a:avLst>
          </a:prstGeom>
          <a:solidFill>
            <a:srgbClr val="E6E6E6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36"/>
          <p:cNvSpPr/>
          <p:nvPr/>
        </p:nvSpPr>
        <p:spPr>
          <a:xfrm>
            <a:off x="8398758" y="2048639"/>
            <a:ext cx="303912" cy="303912"/>
          </a:xfrm>
          <a:prstGeom prst="triangle">
            <a:avLst>
              <a:gd fmla="val 100000" name="adj"/>
            </a:avLst>
          </a:prstGeom>
          <a:solidFill>
            <a:srgbClr val="E6E6E6"/>
          </a:solidFill>
          <a:ln>
            <a:noFill/>
          </a:ln>
          <a:effectLst>
            <a:outerShdw blurRad="508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36"/>
          <p:cNvSpPr/>
          <p:nvPr/>
        </p:nvSpPr>
        <p:spPr>
          <a:xfrm rot="5400000">
            <a:off x="9233916" y="1730516"/>
            <a:ext cx="1814296" cy="2480565"/>
          </a:xfrm>
          <a:prstGeom prst="corner">
            <a:avLst>
              <a:gd fmla="val 10616" name="adj1"/>
              <a:gd fmla="val 10606" name="adj2"/>
            </a:avLst>
          </a:prstGeom>
          <a:solidFill>
            <a:srgbClr val="00B3D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36"/>
          <p:cNvSpPr txBox="1"/>
          <p:nvPr>
            <p:ph type="title"/>
          </p:nvPr>
        </p:nvSpPr>
        <p:spPr>
          <a:xfrm>
            <a:off x="1724297" y="468000"/>
            <a:ext cx="8244162" cy="5226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36"/>
          <p:cNvSpPr txBox="1"/>
          <p:nvPr>
            <p:ph idx="1" type="body"/>
          </p:nvPr>
        </p:nvSpPr>
        <p:spPr>
          <a:xfrm>
            <a:off x="3359150" y="1290638"/>
            <a:ext cx="6608763" cy="6258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just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  <a:defRPr sz="2400"/>
            </a:lvl1pPr>
            <a:lvl2pPr indent="-342900" lvl="1" marL="9144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2pPr>
            <a:lvl3pPr indent="-342900" lvl="2" marL="13716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3pPr>
            <a:lvl4pPr indent="-342900" lvl="3" marL="18288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4pPr>
            <a:lvl5pPr indent="-342900" lvl="4" marL="22860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2" name="Google Shape;162;p36"/>
          <p:cNvSpPr txBox="1"/>
          <p:nvPr>
            <p:ph idx="3" type="body"/>
          </p:nvPr>
        </p:nvSpPr>
        <p:spPr>
          <a:xfrm>
            <a:off x="3778427" y="3235325"/>
            <a:ext cx="2316494" cy="1785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just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indent="-381000" lvl="1" marL="9144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Char char="✔"/>
              <a:defRPr sz="2400"/>
            </a:lvl2pPr>
            <a:lvl3pPr indent="-381000" lvl="2" marL="13716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Char char="✔"/>
              <a:defRPr sz="2400"/>
            </a:lvl3pPr>
            <a:lvl4pPr indent="-381000" lvl="3" marL="18288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Char char="✔"/>
              <a:defRPr sz="2400"/>
            </a:lvl4pPr>
            <a:lvl5pPr indent="-381000" lvl="4" marL="22860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Char char="✔"/>
              <a:defRPr sz="2400"/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3" name="Google Shape;163;p36"/>
          <p:cNvSpPr txBox="1"/>
          <p:nvPr>
            <p:ph idx="4" type="body"/>
          </p:nvPr>
        </p:nvSpPr>
        <p:spPr>
          <a:xfrm>
            <a:off x="6462865" y="2796718"/>
            <a:ext cx="2316494" cy="1785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just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indent="-381000" lvl="1" marL="9144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Char char="✔"/>
              <a:defRPr sz="2400"/>
            </a:lvl2pPr>
            <a:lvl3pPr indent="-381000" lvl="2" marL="13716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Char char="✔"/>
              <a:defRPr sz="2400"/>
            </a:lvl3pPr>
            <a:lvl4pPr indent="-381000" lvl="3" marL="18288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Char char="✔"/>
              <a:defRPr sz="2400"/>
            </a:lvl4pPr>
            <a:lvl5pPr indent="-381000" lvl="4" marL="22860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Char char="✔"/>
              <a:defRPr sz="2400"/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p36"/>
          <p:cNvSpPr txBox="1"/>
          <p:nvPr>
            <p:ph idx="5" type="body"/>
          </p:nvPr>
        </p:nvSpPr>
        <p:spPr>
          <a:xfrm>
            <a:off x="9145162" y="2308031"/>
            <a:ext cx="2316494" cy="1785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just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indent="-381000" lvl="1" marL="9144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Char char="✔"/>
              <a:defRPr sz="2400"/>
            </a:lvl2pPr>
            <a:lvl3pPr indent="-381000" lvl="2" marL="13716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Char char="✔"/>
              <a:defRPr sz="2400"/>
            </a:lvl3pPr>
            <a:lvl4pPr indent="-381000" lvl="3" marL="18288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Char char="✔"/>
              <a:defRPr sz="2400"/>
            </a:lvl4pPr>
            <a:lvl5pPr indent="-381000" lvl="4" marL="22860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Char char="✔"/>
              <a:defRPr sz="2400"/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Logotipo, nome da empresa&#10;&#10;Descrição gerada automaticamente" id="165" name="Google Shape;165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90672" y="73970"/>
            <a:ext cx="1060574" cy="997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udo lista">
  <p:cSld name="Conteudo lista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:\Fullppt\005-PNG이미지\모니터.png" id="167" name="Google Shape;167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80176" y="1611580"/>
            <a:ext cx="3829838" cy="3818631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37"/>
          <p:cNvSpPr/>
          <p:nvPr/>
        </p:nvSpPr>
        <p:spPr>
          <a:xfrm rot="2700000">
            <a:off x="801134" y="4265078"/>
            <a:ext cx="560091" cy="560091"/>
          </a:xfrm>
          <a:prstGeom prst="roundRect">
            <a:avLst>
              <a:gd fmla="val 10715" name="adj"/>
            </a:avLst>
          </a:prstGeom>
          <a:solidFill>
            <a:schemeClr val="lt1"/>
          </a:solidFill>
          <a:ln cap="flat" cmpd="sng" w="63500">
            <a:solidFill>
              <a:srgbClr val="68CE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37"/>
          <p:cNvSpPr txBox="1"/>
          <p:nvPr/>
        </p:nvSpPr>
        <p:spPr>
          <a:xfrm>
            <a:off x="895766" y="4299988"/>
            <a:ext cx="370828" cy="4902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00"/>
              <a:buFont typeface="Arial"/>
              <a:buNone/>
            </a:pPr>
            <a:r>
              <a:rPr b="1" i="0" lang="pt-BR" sz="2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37"/>
          <p:cNvSpPr/>
          <p:nvPr/>
        </p:nvSpPr>
        <p:spPr>
          <a:xfrm rot="2700000">
            <a:off x="789487" y="3073858"/>
            <a:ext cx="560091" cy="560091"/>
          </a:xfrm>
          <a:prstGeom prst="roundRect">
            <a:avLst>
              <a:gd fmla="val 10715" name="adj"/>
            </a:avLst>
          </a:prstGeom>
          <a:solidFill>
            <a:schemeClr val="lt1"/>
          </a:solidFill>
          <a:ln cap="flat" cmpd="sng" w="63500">
            <a:solidFill>
              <a:srgbClr val="68CE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37"/>
          <p:cNvSpPr txBox="1"/>
          <p:nvPr/>
        </p:nvSpPr>
        <p:spPr>
          <a:xfrm>
            <a:off x="884119" y="3108768"/>
            <a:ext cx="370828" cy="4902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00"/>
              <a:buFont typeface="Arial"/>
              <a:buNone/>
            </a:pPr>
            <a:r>
              <a:rPr b="1" i="0" lang="pt-BR" sz="2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37"/>
          <p:cNvSpPr/>
          <p:nvPr/>
        </p:nvSpPr>
        <p:spPr>
          <a:xfrm rot="2700000">
            <a:off x="800534" y="1882637"/>
            <a:ext cx="560091" cy="560091"/>
          </a:xfrm>
          <a:prstGeom prst="roundRect">
            <a:avLst>
              <a:gd fmla="val 10715" name="adj"/>
            </a:avLst>
          </a:prstGeom>
          <a:solidFill>
            <a:schemeClr val="lt1"/>
          </a:solidFill>
          <a:ln cap="flat" cmpd="sng" w="63500">
            <a:solidFill>
              <a:srgbClr val="68CE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37"/>
          <p:cNvSpPr txBox="1"/>
          <p:nvPr/>
        </p:nvSpPr>
        <p:spPr>
          <a:xfrm>
            <a:off x="895166" y="1917547"/>
            <a:ext cx="370828" cy="4902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00"/>
              <a:buFont typeface="Arial"/>
              <a:buNone/>
            </a:pPr>
            <a:r>
              <a:rPr b="1" i="0" lang="pt-BR" sz="2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37"/>
          <p:cNvSpPr/>
          <p:nvPr>
            <p:ph idx="2" type="pic"/>
          </p:nvPr>
        </p:nvSpPr>
        <p:spPr>
          <a:xfrm>
            <a:off x="7824192" y="1766638"/>
            <a:ext cx="3508372" cy="2382441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175" name="Google Shape;175;p37"/>
          <p:cNvSpPr txBox="1"/>
          <p:nvPr>
            <p:ph type="title"/>
          </p:nvPr>
        </p:nvSpPr>
        <p:spPr>
          <a:xfrm>
            <a:off x="1097280" y="468000"/>
            <a:ext cx="8871179" cy="5226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37"/>
          <p:cNvSpPr txBox="1"/>
          <p:nvPr>
            <p:ph idx="1" type="body"/>
          </p:nvPr>
        </p:nvSpPr>
        <p:spPr>
          <a:xfrm>
            <a:off x="1676209" y="1743962"/>
            <a:ext cx="5128353" cy="877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just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indent="-342900" lvl="1" marL="9144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2pPr>
            <a:lvl3pPr indent="-342900" lvl="2" marL="13716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3pPr>
            <a:lvl4pPr indent="-342900" lvl="3" marL="18288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4pPr>
            <a:lvl5pPr indent="-342900" lvl="4" marL="22860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7" name="Google Shape;177;p37"/>
          <p:cNvSpPr txBox="1"/>
          <p:nvPr>
            <p:ph idx="3" type="body"/>
          </p:nvPr>
        </p:nvSpPr>
        <p:spPr>
          <a:xfrm>
            <a:off x="1676208" y="2920542"/>
            <a:ext cx="5128353" cy="877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just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indent="-342900" lvl="1" marL="9144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2pPr>
            <a:lvl3pPr indent="-342900" lvl="2" marL="13716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3pPr>
            <a:lvl4pPr indent="-342900" lvl="3" marL="18288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4pPr>
            <a:lvl5pPr indent="-342900" lvl="4" marL="22860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8" name="Google Shape;178;p37"/>
          <p:cNvSpPr txBox="1"/>
          <p:nvPr>
            <p:ph idx="4" type="body"/>
          </p:nvPr>
        </p:nvSpPr>
        <p:spPr>
          <a:xfrm>
            <a:off x="1676209" y="4113809"/>
            <a:ext cx="5128353" cy="877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just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indent="-342900" lvl="1" marL="9144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2pPr>
            <a:lvl3pPr indent="-342900" lvl="2" marL="13716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3pPr>
            <a:lvl4pPr indent="-342900" lvl="3" marL="18288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4pPr>
            <a:lvl5pPr indent="-342900" lvl="4" marL="22860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Logotipo, nome da empresa&#10;&#10;Descrição gerada automaticamente" id="179" name="Google Shape;17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672" y="73970"/>
            <a:ext cx="1060574" cy="997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flexao_1">
  <p:cSld name="Reflexao_1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8"/>
          <p:cNvSpPr/>
          <p:nvPr/>
        </p:nvSpPr>
        <p:spPr>
          <a:xfrm>
            <a:off x="0" y="1301546"/>
            <a:ext cx="5303912" cy="3699302"/>
          </a:xfrm>
          <a:prstGeom prst="rect">
            <a:avLst/>
          </a:prstGeom>
          <a:solidFill>
            <a:srgbClr val="01B2C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2" name="Google Shape;182;p38"/>
          <p:cNvCxnSpPr/>
          <p:nvPr/>
        </p:nvCxnSpPr>
        <p:spPr>
          <a:xfrm>
            <a:off x="6240016" y="3692104"/>
            <a:ext cx="5184576" cy="0"/>
          </a:xfrm>
          <a:prstGeom prst="straightConnector1">
            <a:avLst/>
          </a:prstGeom>
          <a:noFill/>
          <a:ln cap="flat" cmpd="sng" w="28575">
            <a:solidFill>
              <a:srgbClr val="01B2CE"/>
            </a:solidFill>
            <a:prstDash val="dot"/>
            <a:round/>
            <a:headEnd len="med" w="med" type="diamond"/>
            <a:tailEnd len="med" w="med" type="diamond"/>
          </a:ln>
        </p:spPr>
      </p:cxnSp>
      <p:cxnSp>
        <p:nvCxnSpPr>
          <p:cNvPr id="183" name="Google Shape;183;p38"/>
          <p:cNvCxnSpPr/>
          <p:nvPr/>
        </p:nvCxnSpPr>
        <p:spPr>
          <a:xfrm>
            <a:off x="6240016" y="5512717"/>
            <a:ext cx="5184576" cy="0"/>
          </a:xfrm>
          <a:prstGeom prst="straightConnector1">
            <a:avLst/>
          </a:prstGeom>
          <a:noFill/>
          <a:ln cap="flat" cmpd="sng" w="28575">
            <a:solidFill>
              <a:srgbClr val="01B2CE"/>
            </a:solidFill>
            <a:prstDash val="dot"/>
            <a:round/>
            <a:headEnd len="med" w="med" type="diamond"/>
            <a:tailEnd len="med" w="med" type="diamond"/>
          </a:ln>
        </p:spPr>
      </p:cxnSp>
      <p:sp>
        <p:nvSpPr>
          <p:cNvPr id="184" name="Google Shape;184;p38"/>
          <p:cNvSpPr txBox="1"/>
          <p:nvPr>
            <p:ph type="title"/>
          </p:nvPr>
        </p:nvSpPr>
        <p:spPr>
          <a:xfrm>
            <a:off x="1619794" y="468000"/>
            <a:ext cx="8348665" cy="5226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38"/>
          <p:cNvSpPr txBox="1"/>
          <p:nvPr>
            <p:ph idx="1" type="body"/>
          </p:nvPr>
        </p:nvSpPr>
        <p:spPr>
          <a:xfrm>
            <a:off x="407368" y="1453568"/>
            <a:ext cx="4452518" cy="3355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just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indent="-342900" lvl="1" marL="9144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2pPr>
            <a:lvl3pPr indent="-342900" lvl="2" marL="13716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3pPr>
            <a:lvl4pPr indent="-342900" lvl="3" marL="18288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4pPr>
            <a:lvl5pPr indent="-342900" lvl="4" marL="22860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6" name="Google Shape;186;p38"/>
          <p:cNvSpPr txBox="1"/>
          <p:nvPr>
            <p:ph idx="2" type="body"/>
          </p:nvPr>
        </p:nvSpPr>
        <p:spPr>
          <a:xfrm>
            <a:off x="6606045" y="4013860"/>
            <a:ext cx="4452518" cy="1175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2pPr>
            <a:lvl3pPr indent="-342900" lvl="2" marL="13716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3pPr>
            <a:lvl4pPr indent="-342900" lvl="3" marL="18288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4pPr>
            <a:lvl5pPr indent="-342900" lvl="4" marL="22860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Logotipo, nome da empresa&#10;&#10;Descrição gerada automaticamente" id="187" name="Google Shape;187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90672" y="73970"/>
            <a:ext cx="1060574" cy="997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nha do tempo">
  <p:cSld name="Linha do tempo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7170" y="2077979"/>
            <a:ext cx="11864340" cy="3298687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39"/>
          <p:cNvSpPr txBox="1"/>
          <p:nvPr>
            <p:ph type="title"/>
          </p:nvPr>
        </p:nvSpPr>
        <p:spPr>
          <a:xfrm>
            <a:off x="2547257" y="468000"/>
            <a:ext cx="7421202" cy="5226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39"/>
          <p:cNvSpPr txBox="1"/>
          <p:nvPr>
            <p:ph idx="1" type="body"/>
          </p:nvPr>
        </p:nvSpPr>
        <p:spPr>
          <a:xfrm>
            <a:off x="660627" y="3193701"/>
            <a:ext cx="1040585" cy="10837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>
                <a:solidFill>
                  <a:schemeClr val="lt1"/>
                </a:solidFill>
              </a:defRPr>
            </a:lvl1pPr>
            <a:lvl2pPr indent="-228600" lvl="1" marL="9144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indent="-228600" lvl="3" marL="18288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indent="-228600" lvl="4" marL="22860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2" name="Google Shape;192;p39"/>
          <p:cNvSpPr txBox="1"/>
          <p:nvPr>
            <p:ph idx="2" type="body"/>
          </p:nvPr>
        </p:nvSpPr>
        <p:spPr>
          <a:xfrm>
            <a:off x="3109463" y="3193701"/>
            <a:ext cx="1040585" cy="10837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>
                <a:solidFill>
                  <a:schemeClr val="lt1"/>
                </a:solidFill>
              </a:defRPr>
            </a:lvl1pPr>
            <a:lvl2pPr indent="-228600" lvl="1" marL="9144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indent="-228600" lvl="3" marL="18288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indent="-228600" lvl="4" marL="22860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3" name="Google Shape;193;p39"/>
          <p:cNvSpPr txBox="1"/>
          <p:nvPr>
            <p:ph idx="3" type="body"/>
          </p:nvPr>
        </p:nvSpPr>
        <p:spPr>
          <a:xfrm>
            <a:off x="5581589" y="3193701"/>
            <a:ext cx="1040585" cy="10837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>
                <a:solidFill>
                  <a:schemeClr val="lt1"/>
                </a:solidFill>
              </a:defRPr>
            </a:lvl1pPr>
            <a:lvl2pPr indent="-228600" lvl="1" marL="9144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indent="-228600" lvl="3" marL="18288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indent="-228600" lvl="4" marL="22860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4" name="Google Shape;194;p39"/>
          <p:cNvSpPr txBox="1"/>
          <p:nvPr>
            <p:ph idx="4" type="body"/>
          </p:nvPr>
        </p:nvSpPr>
        <p:spPr>
          <a:xfrm>
            <a:off x="8030425" y="3193701"/>
            <a:ext cx="1040585" cy="10837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>
                <a:solidFill>
                  <a:schemeClr val="lt1"/>
                </a:solidFill>
              </a:defRPr>
            </a:lvl1pPr>
            <a:lvl2pPr indent="-228600" lvl="1" marL="9144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indent="-228600" lvl="3" marL="18288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indent="-228600" lvl="4" marL="22860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5" name="Google Shape;195;p39"/>
          <p:cNvSpPr txBox="1"/>
          <p:nvPr>
            <p:ph idx="5" type="body"/>
          </p:nvPr>
        </p:nvSpPr>
        <p:spPr>
          <a:xfrm>
            <a:off x="10493709" y="3193701"/>
            <a:ext cx="1040585" cy="10837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>
                <a:solidFill>
                  <a:schemeClr val="lt1"/>
                </a:solidFill>
              </a:defRPr>
            </a:lvl1pPr>
            <a:lvl2pPr indent="-228600" lvl="1" marL="9144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indent="-228600" lvl="3" marL="18288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indent="-228600" lvl="4" marL="22860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Logotipo, nome da empresa&#10;&#10;Descrição gerada automaticamente" id="196" name="Google Shape;19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672" y="73970"/>
            <a:ext cx="1060574" cy="997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a de 5 itens">
  <p:cSld name="Lista de 5 itens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0"/>
          <p:cNvSpPr txBox="1"/>
          <p:nvPr>
            <p:ph type="title"/>
          </p:nvPr>
        </p:nvSpPr>
        <p:spPr>
          <a:xfrm>
            <a:off x="1609725" y="468000"/>
            <a:ext cx="8358734" cy="5226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99" name="Google Shape;199;p40"/>
          <p:cNvCxnSpPr/>
          <p:nvPr/>
        </p:nvCxnSpPr>
        <p:spPr>
          <a:xfrm>
            <a:off x="783480" y="2075984"/>
            <a:ext cx="9000000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00" name="Google Shape;200;p40"/>
          <p:cNvCxnSpPr/>
          <p:nvPr/>
        </p:nvCxnSpPr>
        <p:spPr>
          <a:xfrm>
            <a:off x="783480" y="3097556"/>
            <a:ext cx="9000000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201" name="Google Shape;201;p40"/>
          <p:cNvGrpSpPr/>
          <p:nvPr/>
        </p:nvGrpSpPr>
        <p:grpSpPr>
          <a:xfrm>
            <a:off x="783480" y="1312193"/>
            <a:ext cx="654790" cy="654790"/>
            <a:chOff x="-2307911" y="1288971"/>
            <a:chExt cx="731520" cy="731520"/>
          </a:xfrm>
        </p:grpSpPr>
        <p:sp>
          <p:nvSpPr>
            <p:cNvPr id="202" name="Google Shape;202;p40"/>
            <p:cNvSpPr/>
            <p:nvPr/>
          </p:nvSpPr>
          <p:spPr>
            <a:xfrm>
              <a:off x="-2307911" y="1288971"/>
              <a:ext cx="731520" cy="73152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152400" sx="102000" rotWithShape="0" algn="t" dir="5400000" dist="38100" sy="102000">
                <a:schemeClr val="accent3">
                  <a:alpha val="4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1" i="0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" name="Google Shape;203;p40"/>
            <p:cNvSpPr/>
            <p:nvPr/>
          </p:nvSpPr>
          <p:spPr>
            <a:xfrm>
              <a:off x="-2028751" y="1460154"/>
              <a:ext cx="234160" cy="389155"/>
            </a:xfrm>
            <a:custGeom>
              <a:rect b="b" l="l" r="r" t="t"/>
              <a:pathLst>
                <a:path extrusionOk="0" h="3261" w="1987">
                  <a:moveTo>
                    <a:pt x="415" y="0"/>
                  </a:moveTo>
                  <a:lnTo>
                    <a:pt x="460" y="3"/>
                  </a:lnTo>
                  <a:lnTo>
                    <a:pt x="503" y="13"/>
                  </a:lnTo>
                  <a:lnTo>
                    <a:pt x="546" y="25"/>
                  </a:lnTo>
                  <a:lnTo>
                    <a:pt x="588" y="43"/>
                  </a:lnTo>
                  <a:lnTo>
                    <a:pt x="627" y="66"/>
                  </a:lnTo>
                  <a:lnTo>
                    <a:pt x="665" y="93"/>
                  </a:lnTo>
                  <a:lnTo>
                    <a:pt x="700" y="125"/>
                  </a:lnTo>
                  <a:lnTo>
                    <a:pt x="1874" y="1348"/>
                  </a:lnTo>
                  <a:lnTo>
                    <a:pt x="1904" y="1382"/>
                  </a:lnTo>
                  <a:lnTo>
                    <a:pt x="1929" y="1419"/>
                  </a:lnTo>
                  <a:lnTo>
                    <a:pt x="1950" y="1459"/>
                  </a:lnTo>
                  <a:lnTo>
                    <a:pt x="1966" y="1499"/>
                  </a:lnTo>
                  <a:lnTo>
                    <a:pt x="1977" y="1541"/>
                  </a:lnTo>
                  <a:lnTo>
                    <a:pt x="1985" y="1583"/>
                  </a:lnTo>
                  <a:lnTo>
                    <a:pt x="1987" y="1626"/>
                  </a:lnTo>
                  <a:lnTo>
                    <a:pt x="1985" y="1669"/>
                  </a:lnTo>
                  <a:lnTo>
                    <a:pt x="1978" y="1712"/>
                  </a:lnTo>
                  <a:lnTo>
                    <a:pt x="1966" y="1754"/>
                  </a:lnTo>
                  <a:lnTo>
                    <a:pt x="1951" y="1794"/>
                  </a:lnTo>
                  <a:lnTo>
                    <a:pt x="1930" y="1833"/>
                  </a:lnTo>
                  <a:lnTo>
                    <a:pt x="1905" y="1871"/>
                  </a:lnTo>
                  <a:lnTo>
                    <a:pt x="1875" y="1906"/>
                  </a:lnTo>
                  <a:lnTo>
                    <a:pt x="701" y="3136"/>
                  </a:lnTo>
                  <a:lnTo>
                    <a:pt x="669" y="3165"/>
                  </a:lnTo>
                  <a:lnTo>
                    <a:pt x="636" y="3191"/>
                  </a:lnTo>
                  <a:lnTo>
                    <a:pt x="600" y="3212"/>
                  </a:lnTo>
                  <a:lnTo>
                    <a:pt x="563" y="3230"/>
                  </a:lnTo>
                  <a:lnTo>
                    <a:pt x="526" y="3244"/>
                  </a:lnTo>
                  <a:lnTo>
                    <a:pt x="487" y="3253"/>
                  </a:lnTo>
                  <a:lnTo>
                    <a:pt x="447" y="3259"/>
                  </a:lnTo>
                  <a:lnTo>
                    <a:pt x="406" y="3261"/>
                  </a:lnTo>
                  <a:lnTo>
                    <a:pt x="364" y="3259"/>
                  </a:lnTo>
                  <a:lnTo>
                    <a:pt x="321" y="3252"/>
                  </a:lnTo>
                  <a:lnTo>
                    <a:pt x="279" y="3241"/>
                  </a:lnTo>
                  <a:lnTo>
                    <a:pt x="238" y="3226"/>
                  </a:lnTo>
                  <a:lnTo>
                    <a:pt x="199" y="3205"/>
                  </a:lnTo>
                  <a:lnTo>
                    <a:pt x="162" y="3180"/>
                  </a:lnTo>
                  <a:lnTo>
                    <a:pt x="126" y="3150"/>
                  </a:lnTo>
                  <a:lnTo>
                    <a:pt x="94" y="3115"/>
                  </a:lnTo>
                  <a:lnTo>
                    <a:pt x="67" y="3079"/>
                  </a:lnTo>
                  <a:lnTo>
                    <a:pt x="44" y="3039"/>
                  </a:lnTo>
                  <a:lnTo>
                    <a:pt x="26" y="2998"/>
                  </a:lnTo>
                  <a:lnTo>
                    <a:pt x="12" y="2955"/>
                  </a:lnTo>
                  <a:lnTo>
                    <a:pt x="4" y="2911"/>
                  </a:lnTo>
                  <a:lnTo>
                    <a:pt x="0" y="2868"/>
                  </a:lnTo>
                  <a:lnTo>
                    <a:pt x="2" y="2824"/>
                  </a:lnTo>
                  <a:lnTo>
                    <a:pt x="8" y="2779"/>
                  </a:lnTo>
                  <a:lnTo>
                    <a:pt x="18" y="2736"/>
                  </a:lnTo>
                  <a:lnTo>
                    <a:pt x="35" y="2694"/>
                  </a:lnTo>
                  <a:lnTo>
                    <a:pt x="55" y="2653"/>
                  </a:lnTo>
                  <a:lnTo>
                    <a:pt x="81" y="2615"/>
                  </a:lnTo>
                  <a:lnTo>
                    <a:pt x="112" y="2579"/>
                  </a:lnTo>
                  <a:lnTo>
                    <a:pt x="1020" y="1628"/>
                  </a:lnTo>
                  <a:lnTo>
                    <a:pt x="113" y="684"/>
                  </a:lnTo>
                  <a:lnTo>
                    <a:pt x="82" y="648"/>
                  </a:lnTo>
                  <a:lnTo>
                    <a:pt x="56" y="609"/>
                  </a:lnTo>
                  <a:lnTo>
                    <a:pt x="36" y="568"/>
                  </a:lnTo>
                  <a:lnTo>
                    <a:pt x="19" y="527"/>
                  </a:lnTo>
                  <a:lnTo>
                    <a:pt x="8" y="484"/>
                  </a:lnTo>
                  <a:lnTo>
                    <a:pt x="2" y="440"/>
                  </a:lnTo>
                  <a:lnTo>
                    <a:pt x="0" y="395"/>
                  </a:lnTo>
                  <a:lnTo>
                    <a:pt x="4" y="351"/>
                  </a:lnTo>
                  <a:lnTo>
                    <a:pt x="12" y="307"/>
                  </a:lnTo>
                  <a:lnTo>
                    <a:pt x="26" y="264"/>
                  </a:lnTo>
                  <a:lnTo>
                    <a:pt x="43" y="224"/>
                  </a:lnTo>
                  <a:lnTo>
                    <a:pt x="66" y="184"/>
                  </a:lnTo>
                  <a:lnTo>
                    <a:pt x="93" y="147"/>
                  </a:lnTo>
                  <a:lnTo>
                    <a:pt x="126" y="113"/>
                  </a:lnTo>
                  <a:lnTo>
                    <a:pt x="162" y="82"/>
                  </a:lnTo>
                  <a:lnTo>
                    <a:pt x="201" y="56"/>
                  </a:lnTo>
                  <a:lnTo>
                    <a:pt x="241" y="35"/>
                  </a:lnTo>
                  <a:lnTo>
                    <a:pt x="283" y="20"/>
                  </a:lnTo>
                  <a:lnTo>
                    <a:pt x="327" y="8"/>
                  </a:lnTo>
                  <a:lnTo>
                    <a:pt x="371" y="2"/>
                  </a:lnTo>
                  <a:lnTo>
                    <a:pt x="41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4" name="Google Shape;204;p40"/>
          <p:cNvGrpSpPr/>
          <p:nvPr/>
        </p:nvGrpSpPr>
        <p:grpSpPr>
          <a:xfrm>
            <a:off x="783480" y="2266084"/>
            <a:ext cx="654790" cy="654790"/>
            <a:chOff x="-2307911" y="1288971"/>
            <a:chExt cx="731520" cy="731520"/>
          </a:xfrm>
        </p:grpSpPr>
        <p:sp>
          <p:nvSpPr>
            <p:cNvPr id="205" name="Google Shape;205;p40"/>
            <p:cNvSpPr/>
            <p:nvPr/>
          </p:nvSpPr>
          <p:spPr>
            <a:xfrm>
              <a:off x="-2307911" y="1288971"/>
              <a:ext cx="731520" cy="73152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  <a:effectLst>
              <a:outerShdw blurRad="152400" sx="102000" rotWithShape="0" algn="t" dir="5400000" dist="38100" sy="102000">
                <a:schemeClr val="accent5">
                  <a:alpha val="4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1" i="0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40"/>
            <p:cNvSpPr/>
            <p:nvPr/>
          </p:nvSpPr>
          <p:spPr>
            <a:xfrm>
              <a:off x="-2028751" y="1460154"/>
              <a:ext cx="234160" cy="389155"/>
            </a:xfrm>
            <a:custGeom>
              <a:rect b="b" l="l" r="r" t="t"/>
              <a:pathLst>
                <a:path extrusionOk="0" h="3261" w="1987">
                  <a:moveTo>
                    <a:pt x="415" y="0"/>
                  </a:moveTo>
                  <a:lnTo>
                    <a:pt x="460" y="3"/>
                  </a:lnTo>
                  <a:lnTo>
                    <a:pt x="503" y="13"/>
                  </a:lnTo>
                  <a:lnTo>
                    <a:pt x="546" y="25"/>
                  </a:lnTo>
                  <a:lnTo>
                    <a:pt x="588" y="43"/>
                  </a:lnTo>
                  <a:lnTo>
                    <a:pt x="627" y="66"/>
                  </a:lnTo>
                  <a:lnTo>
                    <a:pt x="665" y="93"/>
                  </a:lnTo>
                  <a:lnTo>
                    <a:pt x="700" y="125"/>
                  </a:lnTo>
                  <a:lnTo>
                    <a:pt x="1874" y="1348"/>
                  </a:lnTo>
                  <a:lnTo>
                    <a:pt x="1904" y="1382"/>
                  </a:lnTo>
                  <a:lnTo>
                    <a:pt x="1929" y="1419"/>
                  </a:lnTo>
                  <a:lnTo>
                    <a:pt x="1950" y="1459"/>
                  </a:lnTo>
                  <a:lnTo>
                    <a:pt x="1966" y="1499"/>
                  </a:lnTo>
                  <a:lnTo>
                    <a:pt x="1977" y="1541"/>
                  </a:lnTo>
                  <a:lnTo>
                    <a:pt x="1985" y="1583"/>
                  </a:lnTo>
                  <a:lnTo>
                    <a:pt x="1987" y="1626"/>
                  </a:lnTo>
                  <a:lnTo>
                    <a:pt x="1985" y="1669"/>
                  </a:lnTo>
                  <a:lnTo>
                    <a:pt x="1978" y="1712"/>
                  </a:lnTo>
                  <a:lnTo>
                    <a:pt x="1966" y="1754"/>
                  </a:lnTo>
                  <a:lnTo>
                    <a:pt x="1951" y="1794"/>
                  </a:lnTo>
                  <a:lnTo>
                    <a:pt x="1930" y="1833"/>
                  </a:lnTo>
                  <a:lnTo>
                    <a:pt x="1905" y="1871"/>
                  </a:lnTo>
                  <a:lnTo>
                    <a:pt x="1875" y="1906"/>
                  </a:lnTo>
                  <a:lnTo>
                    <a:pt x="701" y="3136"/>
                  </a:lnTo>
                  <a:lnTo>
                    <a:pt x="669" y="3165"/>
                  </a:lnTo>
                  <a:lnTo>
                    <a:pt x="636" y="3191"/>
                  </a:lnTo>
                  <a:lnTo>
                    <a:pt x="600" y="3212"/>
                  </a:lnTo>
                  <a:lnTo>
                    <a:pt x="563" y="3230"/>
                  </a:lnTo>
                  <a:lnTo>
                    <a:pt x="526" y="3244"/>
                  </a:lnTo>
                  <a:lnTo>
                    <a:pt x="487" y="3253"/>
                  </a:lnTo>
                  <a:lnTo>
                    <a:pt x="447" y="3259"/>
                  </a:lnTo>
                  <a:lnTo>
                    <a:pt x="406" y="3261"/>
                  </a:lnTo>
                  <a:lnTo>
                    <a:pt x="364" y="3259"/>
                  </a:lnTo>
                  <a:lnTo>
                    <a:pt x="321" y="3252"/>
                  </a:lnTo>
                  <a:lnTo>
                    <a:pt x="279" y="3241"/>
                  </a:lnTo>
                  <a:lnTo>
                    <a:pt x="238" y="3226"/>
                  </a:lnTo>
                  <a:lnTo>
                    <a:pt x="199" y="3205"/>
                  </a:lnTo>
                  <a:lnTo>
                    <a:pt x="162" y="3180"/>
                  </a:lnTo>
                  <a:lnTo>
                    <a:pt x="126" y="3150"/>
                  </a:lnTo>
                  <a:lnTo>
                    <a:pt x="94" y="3115"/>
                  </a:lnTo>
                  <a:lnTo>
                    <a:pt x="67" y="3079"/>
                  </a:lnTo>
                  <a:lnTo>
                    <a:pt x="44" y="3039"/>
                  </a:lnTo>
                  <a:lnTo>
                    <a:pt x="26" y="2998"/>
                  </a:lnTo>
                  <a:lnTo>
                    <a:pt x="12" y="2955"/>
                  </a:lnTo>
                  <a:lnTo>
                    <a:pt x="4" y="2911"/>
                  </a:lnTo>
                  <a:lnTo>
                    <a:pt x="0" y="2868"/>
                  </a:lnTo>
                  <a:lnTo>
                    <a:pt x="2" y="2824"/>
                  </a:lnTo>
                  <a:lnTo>
                    <a:pt x="8" y="2779"/>
                  </a:lnTo>
                  <a:lnTo>
                    <a:pt x="18" y="2736"/>
                  </a:lnTo>
                  <a:lnTo>
                    <a:pt x="35" y="2694"/>
                  </a:lnTo>
                  <a:lnTo>
                    <a:pt x="55" y="2653"/>
                  </a:lnTo>
                  <a:lnTo>
                    <a:pt x="81" y="2615"/>
                  </a:lnTo>
                  <a:lnTo>
                    <a:pt x="112" y="2579"/>
                  </a:lnTo>
                  <a:lnTo>
                    <a:pt x="1020" y="1628"/>
                  </a:lnTo>
                  <a:lnTo>
                    <a:pt x="113" y="684"/>
                  </a:lnTo>
                  <a:lnTo>
                    <a:pt x="82" y="648"/>
                  </a:lnTo>
                  <a:lnTo>
                    <a:pt x="56" y="609"/>
                  </a:lnTo>
                  <a:lnTo>
                    <a:pt x="36" y="568"/>
                  </a:lnTo>
                  <a:lnTo>
                    <a:pt x="19" y="527"/>
                  </a:lnTo>
                  <a:lnTo>
                    <a:pt x="8" y="484"/>
                  </a:lnTo>
                  <a:lnTo>
                    <a:pt x="2" y="440"/>
                  </a:lnTo>
                  <a:lnTo>
                    <a:pt x="0" y="395"/>
                  </a:lnTo>
                  <a:lnTo>
                    <a:pt x="4" y="351"/>
                  </a:lnTo>
                  <a:lnTo>
                    <a:pt x="12" y="307"/>
                  </a:lnTo>
                  <a:lnTo>
                    <a:pt x="26" y="264"/>
                  </a:lnTo>
                  <a:lnTo>
                    <a:pt x="43" y="224"/>
                  </a:lnTo>
                  <a:lnTo>
                    <a:pt x="66" y="184"/>
                  </a:lnTo>
                  <a:lnTo>
                    <a:pt x="93" y="147"/>
                  </a:lnTo>
                  <a:lnTo>
                    <a:pt x="126" y="113"/>
                  </a:lnTo>
                  <a:lnTo>
                    <a:pt x="162" y="82"/>
                  </a:lnTo>
                  <a:lnTo>
                    <a:pt x="201" y="56"/>
                  </a:lnTo>
                  <a:lnTo>
                    <a:pt x="241" y="35"/>
                  </a:lnTo>
                  <a:lnTo>
                    <a:pt x="283" y="20"/>
                  </a:lnTo>
                  <a:lnTo>
                    <a:pt x="327" y="8"/>
                  </a:lnTo>
                  <a:lnTo>
                    <a:pt x="371" y="2"/>
                  </a:lnTo>
                  <a:lnTo>
                    <a:pt x="41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7" name="Google Shape;207;p40"/>
          <p:cNvGrpSpPr/>
          <p:nvPr/>
        </p:nvGrpSpPr>
        <p:grpSpPr>
          <a:xfrm>
            <a:off x="783480" y="3309815"/>
            <a:ext cx="654790" cy="654790"/>
            <a:chOff x="-2307911" y="1288970"/>
            <a:chExt cx="731520" cy="731520"/>
          </a:xfrm>
        </p:grpSpPr>
        <p:sp>
          <p:nvSpPr>
            <p:cNvPr id="208" name="Google Shape;208;p40"/>
            <p:cNvSpPr/>
            <p:nvPr/>
          </p:nvSpPr>
          <p:spPr>
            <a:xfrm>
              <a:off x="-2307911" y="1288970"/>
              <a:ext cx="731520" cy="7315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152400" sx="102000" rotWithShape="0" algn="t" dir="5400000" dist="38100" sy="102000">
                <a:schemeClr val="accent2">
                  <a:alpha val="4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1" i="0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40"/>
            <p:cNvSpPr/>
            <p:nvPr/>
          </p:nvSpPr>
          <p:spPr>
            <a:xfrm>
              <a:off x="-2028751" y="1460154"/>
              <a:ext cx="234160" cy="389155"/>
            </a:xfrm>
            <a:custGeom>
              <a:rect b="b" l="l" r="r" t="t"/>
              <a:pathLst>
                <a:path extrusionOk="0" h="3261" w="1987">
                  <a:moveTo>
                    <a:pt x="415" y="0"/>
                  </a:moveTo>
                  <a:lnTo>
                    <a:pt x="460" y="3"/>
                  </a:lnTo>
                  <a:lnTo>
                    <a:pt x="503" y="13"/>
                  </a:lnTo>
                  <a:lnTo>
                    <a:pt x="546" y="25"/>
                  </a:lnTo>
                  <a:lnTo>
                    <a:pt x="588" y="43"/>
                  </a:lnTo>
                  <a:lnTo>
                    <a:pt x="627" y="66"/>
                  </a:lnTo>
                  <a:lnTo>
                    <a:pt x="665" y="93"/>
                  </a:lnTo>
                  <a:lnTo>
                    <a:pt x="700" y="125"/>
                  </a:lnTo>
                  <a:lnTo>
                    <a:pt x="1874" y="1348"/>
                  </a:lnTo>
                  <a:lnTo>
                    <a:pt x="1904" y="1382"/>
                  </a:lnTo>
                  <a:lnTo>
                    <a:pt x="1929" y="1419"/>
                  </a:lnTo>
                  <a:lnTo>
                    <a:pt x="1950" y="1459"/>
                  </a:lnTo>
                  <a:lnTo>
                    <a:pt x="1966" y="1499"/>
                  </a:lnTo>
                  <a:lnTo>
                    <a:pt x="1977" y="1541"/>
                  </a:lnTo>
                  <a:lnTo>
                    <a:pt x="1985" y="1583"/>
                  </a:lnTo>
                  <a:lnTo>
                    <a:pt x="1987" y="1626"/>
                  </a:lnTo>
                  <a:lnTo>
                    <a:pt x="1985" y="1669"/>
                  </a:lnTo>
                  <a:lnTo>
                    <a:pt x="1978" y="1712"/>
                  </a:lnTo>
                  <a:lnTo>
                    <a:pt x="1966" y="1754"/>
                  </a:lnTo>
                  <a:lnTo>
                    <a:pt x="1951" y="1794"/>
                  </a:lnTo>
                  <a:lnTo>
                    <a:pt x="1930" y="1833"/>
                  </a:lnTo>
                  <a:lnTo>
                    <a:pt x="1905" y="1871"/>
                  </a:lnTo>
                  <a:lnTo>
                    <a:pt x="1875" y="1906"/>
                  </a:lnTo>
                  <a:lnTo>
                    <a:pt x="701" y="3136"/>
                  </a:lnTo>
                  <a:lnTo>
                    <a:pt x="669" y="3165"/>
                  </a:lnTo>
                  <a:lnTo>
                    <a:pt x="636" y="3191"/>
                  </a:lnTo>
                  <a:lnTo>
                    <a:pt x="600" y="3212"/>
                  </a:lnTo>
                  <a:lnTo>
                    <a:pt x="563" y="3230"/>
                  </a:lnTo>
                  <a:lnTo>
                    <a:pt x="526" y="3244"/>
                  </a:lnTo>
                  <a:lnTo>
                    <a:pt x="487" y="3253"/>
                  </a:lnTo>
                  <a:lnTo>
                    <a:pt x="447" y="3259"/>
                  </a:lnTo>
                  <a:lnTo>
                    <a:pt x="406" y="3261"/>
                  </a:lnTo>
                  <a:lnTo>
                    <a:pt x="364" y="3259"/>
                  </a:lnTo>
                  <a:lnTo>
                    <a:pt x="321" y="3252"/>
                  </a:lnTo>
                  <a:lnTo>
                    <a:pt x="279" y="3241"/>
                  </a:lnTo>
                  <a:lnTo>
                    <a:pt x="238" y="3226"/>
                  </a:lnTo>
                  <a:lnTo>
                    <a:pt x="199" y="3205"/>
                  </a:lnTo>
                  <a:lnTo>
                    <a:pt x="162" y="3180"/>
                  </a:lnTo>
                  <a:lnTo>
                    <a:pt x="126" y="3150"/>
                  </a:lnTo>
                  <a:lnTo>
                    <a:pt x="94" y="3115"/>
                  </a:lnTo>
                  <a:lnTo>
                    <a:pt x="67" y="3079"/>
                  </a:lnTo>
                  <a:lnTo>
                    <a:pt x="44" y="3039"/>
                  </a:lnTo>
                  <a:lnTo>
                    <a:pt x="26" y="2998"/>
                  </a:lnTo>
                  <a:lnTo>
                    <a:pt x="12" y="2955"/>
                  </a:lnTo>
                  <a:lnTo>
                    <a:pt x="4" y="2911"/>
                  </a:lnTo>
                  <a:lnTo>
                    <a:pt x="0" y="2868"/>
                  </a:lnTo>
                  <a:lnTo>
                    <a:pt x="2" y="2824"/>
                  </a:lnTo>
                  <a:lnTo>
                    <a:pt x="8" y="2779"/>
                  </a:lnTo>
                  <a:lnTo>
                    <a:pt x="18" y="2736"/>
                  </a:lnTo>
                  <a:lnTo>
                    <a:pt x="35" y="2694"/>
                  </a:lnTo>
                  <a:lnTo>
                    <a:pt x="55" y="2653"/>
                  </a:lnTo>
                  <a:lnTo>
                    <a:pt x="81" y="2615"/>
                  </a:lnTo>
                  <a:lnTo>
                    <a:pt x="112" y="2579"/>
                  </a:lnTo>
                  <a:lnTo>
                    <a:pt x="1020" y="1628"/>
                  </a:lnTo>
                  <a:lnTo>
                    <a:pt x="113" y="684"/>
                  </a:lnTo>
                  <a:lnTo>
                    <a:pt x="82" y="648"/>
                  </a:lnTo>
                  <a:lnTo>
                    <a:pt x="56" y="609"/>
                  </a:lnTo>
                  <a:lnTo>
                    <a:pt x="36" y="568"/>
                  </a:lnTo>
                  <a:lnTo>
                    <a:pt x="19" y="527"/>
                  </a:lnTo>
                  <a:lnTo>
                    <a:pt x="8" y="484"/>
                  </a:lnTo>
                  <a:lnTo>
                    <a:pt x="2" y="440"/>
                  </a:lnTo>
                  <a:lnTo>
                    <a:pt x="0" y="395"/>
                  </a:lnTo>
                  <a:lnTo>
                    <a:pt x="4" y="351"/>
                  </a:lnTo>
                  <a:lnTo>
                    <a:pt x="12" y="307"/>
                  </a:lnTo>
                  <a:lnTo>
                    <a:pt x="26" y="264"/>
                  </a:lnTo>
                  <a:lnTo>
                    <a:pt x="43" y="224"/>
                  </a:lnTo>
                  <a:lnTo>
                    <a:pt x="66" y="184"/>
                  </a:lnTo>
                  <a:lnTo>
                    <a:pt x="93" y="147"/>
                  </a:lnTo>
                  <a:lnTo>
                    <a:pt x="126" y="113"/>
                  </a:lnTo>
                  <a:lnTo>
                    <a:pt x="162" y="82"/>
                  </a:lnTo>
                  <a:lnTo>
                    <a:pt x="201" y="56"/>
                  </a:lnTo>
                  <a:lnTo>
                    <a:pt x="241" y="35"/>
                  </a:lnTo>
                  <a:lnTo>
                    <a:pt x="283" y="20"/>
                  </a:lnTo>
                  <a:lnTo>
                    <a:pt x="327" y="8"/>
                  </a:lnTo>
                  <a:lnTo>
                    <a:pt x="371" y="2"/>
                  </a:lnTo>
                  <a:lnTo>
                    <a:pt x="41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0" name="Google Shape;210;p40"/>
          <p:cNvGrpSpPr/>
          <p:nvPr/>
        </p:nvGrpSpPr>
        <p:grpSpPr>
          <a:xfrm>
            <a:off x="783480" y="4308626"/>
            <a:ext cx="654790" cy="654790"/>
            <a:chOff x="-2307911" y="1288971"/>
            <a:chExt cx="731520" cy="731520"/>
          </a:xfrm>
        </p:grpSpPr>
        <p:sp>
          <p:nvSpPr>
            <p:cNvPr id="211" name="Google Shape;211;p40"/>
            <p:cNvSpPr/>
            <p:nvPr/>
          </p:nvSpPr>
          <p:spPr>
            <a:xfrm>
              <a:off x="-2307911" y="1288971"/>
              <a:ext cx="731520" cy="73152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  <a:effectLst>
              <a:outerShdw blurRad="152400" sx="102000" rotWithShape="0" algn="t" dir="5400000" dist="38100" sy="102000">
                <a:schemeClr val="accent5">
                  <a:alpha val="4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1" i="0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40"/>
            <p:cNvSpPr/>
            <p:nvPr/>
          </p:nvSpPr>
          <p:spPr>
            <a:xfrm>
              <a:off x="-2028751" y="1460154"/>
              <a:ext cx="234160" cy="389155"/>
            </a:xfrm>
            <a:custGeom>
              <a:rect b="b" l="l" r="r" t="t"/>
              <a:pathLst>
                <a:path extrusionOk="0" h="3261" w="1987">
                  <a:moveTo>
                    <a:pt x="415" y="0"/>
                  </a:moveTo>
                  <a:lnTo>
                    <a:pt x="460" y="3"/>
                  </a:lnTo>
                  <a:lnTo>
                    <a:pt x="503" y="13"/>
                  </a:lnTo>
                  <a:lnTo>
                    <a:pt x="546" y="25"/>
                  </a:lnTo>
                  <a:lnTo>
                    <a:pt x="588" y="43"/>
                  </a:lnTo>
                  <a:lnTo>
                    <a:pt x="627" y="66"/>
                  </a:lnTo>
                  <a:lnTo>
                    <a:pt x="665" y="93"/>
                  </a:lnTo>
                  <a:lnTo>
                    <a:pt x="700" y="125"/>
                  </a:lnTo>
                  <a:lnTo>
                    <a:pt x="1874" y="1348"/>
                  </a:lnTo>
                  <a:lnTo>
                    <a:pt x="1904" y="1382"/>
                  </a:lnTo>
                  <a:lnTo>
                    <a:pt x="1929" y="1419"/>
                  </a:lnTo>
                  <a:lnTo>
                    <a:pt x="1950" y="1459"/>
                  </a:lnTo>
                  <a:lnTo>
                    <a:pt x="1966" y="1499"/>
                  </a:lnTo>
                  <a:lnTo>
                    <a:pt x="1977" y="1541"/>
                  </a:lnTo>
                  <a:lnTo>
                    <a:pt x="1985" y="1583"/>
                  </a:lnTo>
                  <a:lnTo>
                    <a:pt x="1987" y="1626"/>
                  </a:lnTo>
                  <a:lnTo>
                    <a:pt x="1985" y="1669"/>
                  </a:lnTo>
                  <a:lnTo>
                    <a:pt x="1978" y="1712"/>
                  </a:lnTo>
                  <a:lnTo>
                    <a:pt x="1966" y="1754"/>
                  </a:lnTo>
                  <a:lnTo>
                    <a:pt x="1951" y="1794"/>
                  </a:lnTo>
                  <a:lnTo>
                    <a:pt x="1930" y="1833"/>
                  </a:lnTo>
                  <a:lnTo>
                    <a:pt x="1905" y="1871"/>
                  </a:lnTo>
                  <a:lnTo>
                    <a:pt x="1875" y="1906"/>
                  </a:lnTo>
                  <a:lnTo>
                    <a:pt x="701" y="3136"/>
                  </a:lnTo>
                  <a:lnTo>
                    <a:pt x="669" y="3165"/>
                  </a:lnTo>
                  <a:lnTo>
                    <a:pt x="636" y="3191"/>
                  </a:lnTo>
                  <a:lnTo>
                    <a:pt x="600" y="3212"/>
                  </a:lnTo>
                  <a:lnTo>
                    <a:pt x="563" y="3230"/>
                  </a:lnTo>
                  <a:lnTo>
                    <a:pt x="526" y="3244"/>
                  </a:lnTo>
                  <a:lnTo>
                    <a:pt x="487" y="3253"/>
                  </a:lnTo>
                  <a:lnTo>
                    <a:pt x="447" y="3259"/>
                  </a:lnTo>
                  <a:lnTo>
                    <a:pt x="406" y="3261"/>
                  </a:lnTo>
                  <a:lnTo>
                    <a:pt x="364" y="3259"/>
                  </a:lnTo>
                  <a:lnTo>
                    <a:pt x="321" y="3252"/>
                  </a:lnTo>
                  <a:lnTo>
                    <a:pt x="279" y="3241"/>
                  </a:lnTo>
                  <a:lnTo>
                    <a:pt x="238" y="3226"/>
                  </a:lnTo>
                  <a:lnTo>
                    <a:pt x="199" y="3205"/>
                  </a:lnTo>
                  <a:lnTo>
                    <a:pt x="162" y="3180"/>
                  </a:lnTo>
                  <a:lnTo>
                    <a:pt x="126" y="3150"/>
                  </a:lnTo>
                  <a:lnTo>
                    <a:pt x="94" y="3115"/>
                  </a:lnTo>
                  <a:lnTo>
                    <a:pt x="67" y="3079"/>
                  </a:lnTo>
                  <a:lnTo>
                    <a:pt x="44" y="3039"/>
                  </a:lnTo>
                  <a:lnTo>
                    <a:pt x="26" y="2998"/>
                  </a:lnTo>
                  <a:lnTo>
                    <a:pt x="12" y="2955"/>
                  </a:lnTo>
                  <a:lnTo>
                    <a:pt x="4" y="2911"/>
                  </a:lnTo>
                  <a:lnTo>
                    <a:pt x="0" y="2868"/>
                  </a:lnTo>
                  <a:lnTo>
                    <a:pt x="2" y="2824"/>
                  </a:lnTo>
                  <a:lnTo>
                    <a:pt x="8" y="2779"/>
                  </a:lnTo>
                  <a:lnTo>
                    <a:pt x="18" y="2736"/>
                  </a:lnTo>
                  <a:lnTo>
                    <a:pt x="35" y="2694"/>
                  </a:lnTo>
                  <a:lnTo>
                    <a:pt x="55" y="2653"/>
                  </a:lnTo>
                  <a:lnTo>
                    <a:pt x="81" y="2615"/>
                  </a:lnTo>
                  <a:lnTo>
                    <a:pt x="112" y="2579"/>
                  </a:lnTo>
                  <a:lnTo>
                    <a:pt x="1020" y="1628"/>
                  </a:lnTo>
                  <a:lnTo>
                    <a:pt x="113" y="684"/>
                  </a:lnTo>
                  <a:lnTo>
                    <a:pt x="82" y="648"/>
                  </a:lnTo>
                  <a:lnTo>
                    <a:pt x="56" y="609"/>
                  </a:lnTo>
                  <a:lnTo>
                    <a:pt x="36" y="568"/>
                  </a:lnTo>
                  <a:lnTo>
                    <a:pt x="19" y="527"/>
                  </a:lnTo>
                  <a:lnTo>
                    <a:pt x="8" y="484"/>
                  </a:lnTo>
                  <a:lnTo>
                    <a:pt x="2" y="440"/>
                  </a:lnTo>
                  <a:lnTo>
                    <a:pt x="0" y="395"/>
                  </a:lnTo>
                  <a:lnTo>
                    <a:pt x="4" y="351"/>
                  </a:lnTo>
                  <a:lnTo>
                    <a:pt x="12" y="307"/>
                  </a:lnTo>
                  <a:lnTo>
                    <a:pt x="26" y="264"/>
                  </a:lnTo>
                  <a:lnTo>
                    <a:pt x="43" y="224"/>
                  </a:lnTo>
                  <a:lnTo>
                    <a:pt x="66" y="184"/>
                  </a:lnTo>
                  <a:lnTo>
                    <a:pt x="93" y="147"/>
                  </a:lnTo>
                  <a:lnTo>
                    <a:pt x="126" y="113"/>
                  </a:lnTo>
                  <a:lnTo>
                    <a:pt x="162" y="82"/>
                  </a:lnTo>
                  <a:lnTo>
                    <a:pt x="201" y="56"/>
                  </a:lnTo>
                  <a:lnTo>
                    <a:pt x="241" y="35"/>
                  </a:lnTo>
                  <a:lnTo>
                    <a:pt x="283" y="20"/>
                  </a:lnTo>
                  <a:lnTo>
                    <a:pt x="327" y="8"/>
                  </a:lnTo>
                  <a:lnTo>
                    <a:pt x="371" y="2"/>
                  </a:lnTo>
                  <a:lnTo>
                    <a:pt x="41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13" name="Google Shape;213;p40"/>
          <p:cNvCxnSpPr/>
          <p:nvPr/>
        </p:nvCxnSpPr>
        <p:spPr>
          <a:xfrm>
            <a:off x="783480" y="4119128"/>
            <a:ext cx="9000000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214" name="Google Shape;214;p40"/>
          <p:cNvGrpSpPr/>
          <p:nvPr/>
        </p:nvGrpSpPr>
        <p:grpSpPr>
          <a:xfrm>
            <a:off x="783480" y="5307438"/>
            <a:ext cx="654790" cy="654790"/>
            <a:chOff x="-2307911" y="1288971"/>
            <a:chExt cx="731520" cy="731520"/>
          </a:xfrm>
        </p:grpSpPr>
        <p:sp>
          <p:nvSpPr>
            <p:cNvPr id="215" name="Google Shape;215;p40"/>
            <p:cNvSpPr/>
            <p:nvPr/>
          </p:nvSpPr>
          <p:spPr>
            <a:xfrm>
              <a:off x="-2307911" y="1288971"/>
              <a:ext cx="731520" cy="73152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152400" sx="102000" rotWithShape="0" algn="t" dir="5400000" dist="38100" sy="102000">
                <a:schemeClr val="accent3">
                  <a:alpha val="4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1" i="0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40"/>
            <p:cNvSpPr/>
            <p:nvPr/>
          </p:nvSpPr>
          <p:spPr>
            <a:xfrm>
              <a:off x="-2028751" y="1460154"/>
              <a:ext cx="234160" cy="389155"/>
            </a:xfrm>
            <a:custGeom>
              <a:rect b="b" l="l" r="r" t="t"/>
              <a:pathLst>
                <a:path extrusionOk="0" h="3261" w="1987">
                  <a:moveTo>
                    <a:pt x="415" y="0"/>
                  </a:moveTo>
                  <a:lnTo>
                    <a:pt x="460" y="3"/>
                  </a:lnTo>
                  <a:lnTo>
                    <a:pt x="503" y="13"/>
                  </a:lnTo>
                  <a:lnTo>
                    <a:pt x="546" y="25"/>
                  </a:lnTo>
                  <a:lnTo>
                    <a:pt x="588" y="43"/>
                  </a:lnTo>
                  <a:lnTo>
                    <a:pt x="627" y="66"/>
                  </a:lnTo>
                  <a:lnTo>
                    <a:pt x="665" y="93"/>
                  </a:lnTo>
                  <a:lnTo>
                    <a:pt x="700" y="125"/>
                  </a:lnTo>
                  <a:lnTo>
                    <a:pt x="1874" y="1348"/>
                  </a:lnTo>
                  <a:lnTo>
                    <a:pt x="1904" y="1382"/>
                  </a:lnTo>
                  <a:lnTo>
                    <a:pt x="1929" y="1419"/>
                  </a:lnTo>
                  <a:lnTo>
                    <a:pt x="1950" y="1459"/>
                  </a:lnTo>
                  <a:lnTo>
                    <a:pt x="1966" y="1499"/>
                  </a:lnTo>
                  <a:lnTo>
                    <a:pt x="1977" y="1541"/>
                  </a:lnTo>
                  <a:lnTo>
                    <a:pt x="1985" y="1583"/>
                  </a:lnTo>
                  <a:lnTo>
                    <a:pt x="1987" y="1626"/>
                  </a:lnTo>
                  <a:lnTo>
                    <a:pt x="1985" y="1669"/>
                  </a:lnTo>
                  <a:lnTo>
                    <a:pt x="1978" y="1712"/>
                  </a:lnTo>
                  <a:lnTo>
                    <a:pt x="1966" y="1754"/>
                  </a:lnTo>
                  <a:lnTo>
                    <a:pt x="1951" y="1794"/>
                  </a:lnTo>
                  <a:lnTo>
                    <a:pt x="1930" y="1833"/>
                  </a:lnTo>
                  <a:lnTo>
                    <a:pt x="1905" y="1871"/>
                  </a:lnTo>
                  <a:lnTo>
                    <a:pt x="1875" y="1906"/>
                  </a:lnTo>
                  <a:lnTo>
                    <a:pt x="701" y="3136"/>
                  </a:lnTo>
                  <a:lnTo>
                    <a:pt x="669" y="3165"/>
                  </a:lnTo>
                  <a:lnTo>
                    <a:pt x="636" y="3191"/>
                  </a:lnTo>
                  <a:lnTo>
                    <a:pt x="600" y="3212"/>
                  </a:lnTo>
                  <a:lnTo>
                    <a:pt x="563" y="3230"/>
                  </a:lnTo>
                  <a:lnTo>
                    <a:pt x="526" y="3244"/>
                  </a:lnTo>
                  <a:lnTo>
                    <a:pt x="487" y="3253"/>
                  </a:lnTo>
                  <a:lnTo>
                    <a:pt x="447" y="3259"/>
                  </a:lnTo>
                  <a:lnTo>
                    <a:pt x="406" y="3261"/>
                  </a:lnTo>
                  <a:lnTo>
                    <a:pt x="364" y="3259"/>
                  </a:lnTo>
                  <a:lnTo>
                    <a:pt x="321" y="3252"/>
                  </a:lnTo>
                  <a:lnTo>
                    <a:pt x="279" y="3241"/>
                  </a:lnTo>
                  <a:lnTo>
                    <a:pt x="238" y="3226"/>
                  </a:lnTo>
                  <a:lnTo>
                    <a:pt x="199" y="3205"/>
                  </a:lnTo>
                  <a:lnTo>
                    <a:pt x="162" y="3180"/>
                  </a:lnTo>
                  <a:lnTo>
                    <a:pt x="126" y="3150"/>
                  </a:lnTo>
                  <a:lnTo>
                    <a:pt x="94" y="3115"/>
                  </a:lnTo>
                  <a:lnTo>
                    <a:pt x="67" y="3079"/>
                  </a:lnTo>
                  <a:lnTo>
                    <a:pt x="44" y="3039"/>
                  </a:lnTo>
                  <a:lnTo>
                    <a:pt x="26" y="2998"/>
                  </a:lnTo>
                  <a:lnTo>
                    <a:pt x="12" y="2955"/>
                  </a:lnTo>
                  <a:lnTo>
                    <a:pt x="4" y="2911"/>
                  </a:lnTo>
                  <a:lnTo>
                    <a:pt x="0" y="2868"/>
                  </a:lnTo>
                  <a:lnTo>
                    <a:pt x="2" y="2824"/>
                  </a:lnTo>
                  <a:lnTo>
                    <a:pt x="8" y="2779"/>
                  </a:lnTo>
                  <a:lnTo>
                    <a:pt x="18" y="2736"/>
                  </a:lnTo>
                  <a:lnTo>
                    <a:pt x="35" y="2694"/>
                  </a:lnTo>
                  <a:lnTo>
                    <a:pt x="55" y="2653"/>
                  </a:lnTo>
                  <a:lnTo>
                    <a:pt x="81" y="2615"/>
                  </a:lnTo>
                  <a:lnTo>
                    <a:pt x="112" y="2579"/>
                  </a:lnTo>
                  <a:lnTo>
                    <a:pt x="1020" y="1628"/>
                  </a:lnTo>
                  <a:lnTo>
                    <a:pt x="113" y="684"/>
                  </a:lnTo>
                  <a:lnTo>
                    <a:pt x="82" y="648"/>
                  </a:lnTo>
                  <a:lnTo>
                    <a:pt x="56" y="609"/>
                  </a:lnTo>
                  <a:lnTo>
                    <a:pt x="36" y="568"/>
                  </a:lnTo>
                  <a:lnTo>
                    <a:pt x="19" y="527"/>
                  </a:lnTo>
                  <a:lnTo>
                    <a:pt x="8" y="484"/>
                  </a:lnTo>
                  <a:lnTo>
                    <a:pt x="2" y="440"/>
                  </a:lnTo>
                  <a:lnTo>
                    <a:pt x="0" y="395"/>
                  </a:lnTo>
                  <a:lnTo>
                    <a:pt x="4" y="351"/>
                  </a:lnTo>
                  <a:lnTo>
                    <a:pt x="12" y="307"/>
                  </a:lnTo>
                  <a:lnTo>
                    <a:pt x="26" y="264"/>
                  </a:lnTo>
                  <a:lnTo>
                    <a:pt x="43" y="224"/>
                  </a:lnTo>
                  <a:lnTo>
                    <a:pt x="66" y="184"/>
                  </a:lnTo>
                  <a:lnTo>
                    <a:pt x="93" y="147"/>
                  </a:lnTo>
                  <a:lnTo>
                    <a:pt x="126" y="113"/>
                  </a:lnTo>
                  <a:lnTo>
                    <a:pt x="162" y="82"/>
                  </a:lnTo>
                  <a:lnTo>
                    <a:pt x="201" y="56"/>
                  </a:lnTo>
                  <a:lnTo>
                    <a:pt x="241" y="35"/>
                  </a:lnTo>
                  <a:lnTo>
                    <a:pt x="283" y="20"/>
                  </a:lnTo>
                  <a:lnTo>
                    <a:pt x="327" y="8"/>
                  </a:lnTo>
                  <a:lnTo>
                    <a:pt x="371" y="2"/>
                  </a:lnTo>
                  <a:lnTo>
                    <a:pt x="41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17" name="Google Shape;217;p40"/>
          <p:cNvCxnSpPr/>
          <p:nvPr/>
        </p:nvCxnSpPr>
        <p:spPr>
          <a:xfrm>
            <a:off x="783480" y="5140700"/>
            <a:ext cx="9000000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8" name="Google Shape;218;p40"/>
          <p:cNvCxnSpPr/>
          <p:nvPr/>
        </p:nvCxnSpPr>
        <p:spPr>
          <a:xfrm>
            <a:off x="783480" y="6162271"/>
            <a:ext cx="9000000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9" name="Google Shape;219;p40"/>
          <p:cNvSpPr txBox="1"/>
          <p:nvPr>
            <p:ph idx="1" type="body"/>
          </p:nvPr>
        </p:nvSpPr>
        <p:spPr>
          <a:xfrm>
            <a:off x="1609725" y="2160588"/>
            <a:ext cx="9359900" cy="8461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just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indent="-228600" lvl="1" marL="9144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342900" lvl="2" marL="13716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3pPr>
            <a:lvl4pPr indent="-342900" lvl="3" marL="18288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4pPr>
            <a:lvl5pPr indent="-342900" lvl="4" marL="22860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0" name="Google Shape;220;p40"/>
          <p:cNvSpPr txBox="1"/>
          <p:nvPr>
            <p:ph idx="2" type="body"/>
          </p:nvPr>
        </p:nvSpPr>
        <p:spPr>
          <a:xfrm>
            <a:off x="1609725" y="3182158"/>
            <a:ext cx="9359900" cy="8461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just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indent="-228600" lvl="1" marL="9144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342900" lvl="2" marL="13716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3pPr>
            <a:lvl4pPr indent="-342900" lvl="3" marL="18288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4pPr>
            <a:lvl5pPr indent="-342900" lvl="4" marL="22860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1" name="Google Shape;221;p40"/>
          <p:cNvSpPr txBox="1"/>
          <p:nvPr>
            <p:ph idx="3" type="body"/>
          </p:nvPr>
        </p:nvSpPr>
        <p:spPr>
          <a:xfrm>
            <a:off x="1609725" y="4200757"/>
            <a:ext cx="9359900" cy="8461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just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indent="-228600" lvl="1" marL="9144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342900" lvl="2" marL="13716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3pPr>
            <a:lvl4pPr indent="-342900" lvl="3" marL="18288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4pPr>
            <a:lvl5pPr indent="-342900" lvl="4" marL="22860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2" name="Google Shape;222;p40"/>
          <p:cNvSpPr txBox="1"/>
          <p:nvPr>
            <p:ph idx="4" type="body"/>
          </p:nvPr>
        </p:nvSpPr>
        <p:spPr>
          <a:xfrm>
            <a:off x="1609725" y="5222327"/>
            <a:ext cx="9359900" cy="8461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just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indent="-228600" lvl="1" marL="9144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342900" lvl="2" marL="13716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3pPr>
            <a:lvl4pPr indent="-342900" lvl="3" marL="18288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4pPr>
            <a:lvl5pPr indent="-342900" lvl="4" marL="22860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3" name="Google Shape;223;p40"/>
          <p:cNvSpPr txBox="1"/>
          <p:nvPr>
            <p:ph idx="5" type="body"/>
          </p:nvPr>
        </p:nvSpPr>
        <p:spPr>
          <a:xfrm>
            <a:off x="1609725" y="1170442"/>
            <a:ext cx="9359900" cy="8461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just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indent="-228600" lvl="1" marL="9144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342900" lvl="2" marL="13716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3pPr>
            <a:lvl4pPr indent="-342900" lvl="3" marL="18288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4pPr>
            <a:lvl5pPr indent="-342900" lvl="4" marL="22860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Logotipo, nome da empresa&#10;&#10;Descrição gerada automaticamente" id="224" name="Google Shape;224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90672" y="73970"/>
            <a:ext cx="1060574" cy="997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 imagem">
  <p:cSld name="Comparação imagem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1"/>
          <p:cNvSpPr/>
          <p:nvPr/>
        </p:nvSpPr>
        <p:spPr>
          <a:xfrm>
            <a:off x="6406359" y="4896217"/>
            <a:ext cx="5091106" cy="1096370"/>
          </a:xfrm>
          <a:prstGeom prst="rect">
            <a:avLst/>
          </a:prstGeom>
          <a:solidFill>
            <a:srgbClr val="00C2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41"/>
          <p:cNvSpPr/>
          <p:nvPr/>
        </p:nvSpPr>
        <p:spPr>
          <a:xfrm>
            <a:off x="691359" y="4896217"/>
            <a:ext cx="5091106" cy="1096370"/>
          </a:xfrm>
          <a:prstGeom prst="rect">
            <a:avLst/>
          </a:prstGeom>
          <a:solidFill>
            <a:srgbClr val="00B3D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41"/>
          <p:cNvSpPr txBox="1"/>
          <p:nvPr>
            <p:ph idx="1" type="body"/>
          </p:nvPr>
        </p:nvSpPr>
        <p:spPr>
          <a:xfrm>
            <a:off x="688885" y="4884808"/>
            <a:ext cx="5093579" cy="10963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>
                <a:solidFill>
                  <a:schemeClr val="lt1"/>
                </a:solidFill>
              </a:defRPr>
            </a:lvl1pPr>
            <a:lvl2pPr indent="-342900" lvl="1" marL="9144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2pPr>
            <a:lvl3pPr indent="-342900" lvl="2" marL="13716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3pPr>
            <a:lvl4pPr indent="-342900" lvl="3" marL="18288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4pPr>
            <a:lvl5pPr indent="-342900" lvl="4" marL="22860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9" name="Google Shape;229;p41"/>
          <p:cNvSpPr txBox="1"/>
          <p:nvPr>
            <p:ph idx="2" type="body"/>
          </p:nvPr>
        </p:nvSpPr>
        <p:spPr>
          <a:xfrm>
            <a:off x="6407940" y="4884808"/>
            <a:ext cx="5089525" cy="10963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>
                <a:solidFill>
                  <a:schemeClr val="lt1"/>
                </a:solidFill>
              </a:defRPr>
            </a:lvl1pPr>
            <a:lvl2pPr indent="-342900" lvl="1" marL="9144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2pPr>
            <a:lvl3pPr indent="-342900" lvl="2" marL="13716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3pPr>
            <a:lvl4pPr indent="-342900" lvl="3" marL="18288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4pPr>
            <a:lvl5pPr indent="-342900" lvl="4" marL="22860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0" name="Google Shape;230;p41"/>
          <p:cNvSpPr txBox="1"/>
          <p:nvPr>
            <p:ph type="title"/>
          </p:nvPr>
        </p:nvSpPr>
        <p:spPr>
          <a:xfrm>
            <a:off x="1541417" y="468000"/>
            <a:ext cx="8427042" cy="5226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31" name="Google Shape;231;p41"/>
          <p:cNvCxnSpPr/>
          <p:nvPr/>
        </p:nvCxnSpPr>
        <p:spPr>
          <a:xfrm>
            <a:off x="6094412" y="1196752"/>
            <a:ext cx="0" cy="4808361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2" name="Google Shape;232;p41"/>
          <p:cNvSpPr/>
          <p:nvPr/>
        </p:nvSpPr>
        <p:spPr>
          <a:xfrm>
            <a:off x="5554133" y="3776736"/>
            <a:ext cx="1080559" cy="1096558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41"/>
          <p:cNvSpPr/>
          <p:nvPr>
            <p:ph idx="3" type="pic"/>
          </p:nvPr>
        </p:nvSpPr>
        <p:spPr>
          <a:xfrm>
            <a:off x="7051588" y="1638588"/>
            <a:ext cx="3795713" cy="2846388"/>
          </a:xfrm>
          <a:prstGeom prst="rect">
            <a:avLst/>
          </a:prstGeom>
          <a:noFill/>
          <a:ln>
            <a:noFill/>
          </a:ln>
        </p:spPr>
      </p:sp>
      <p:sp>
        <p:nvSpPr>
          <p:cNvPr id="234" name="Google Shape;234;p41"/>
          <p:cNvSpPr/>
          <p:nvPr>
            <p:ph idx="4" type="pic"/>
          </p:nvPr>
        </p:nvSpPr>
        <p:spPr>
          <a:xfrm>
            <a:off x="1295107" y="1638588"/>
            <a:ext cx="3795713" cy="2846388"/>
          </a:xfrm>
          <a:prstGeom prst="rect">
            <a:avLst/>
          </a:prstGeom>
          <a:noFill/>
          <a:ln>
            <a:noFill/>
          </a:ln>
        </p:spPr>
      </p:sp>
      <p:pic>
        <p:nvPicPr>
          <p:cNvPr descr="Logotipo, nome da empresa&#10;&#10;Descrição gerada automaticamente" id="235" name="Google Shape;235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90672" y="73970"/>
            <a:ext cx="1060574" cy="997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ulo imagem conteudo">
  <p:cSld name="Titulo imagem conteudo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2"/>
          <p:cNvSpPr/>
          <p:nvPr/>
        </p:nvSpPr>
        <p:spPr>
          <a:xfrm>
            <a:off x="694945" y="1306801"/>
            <a:ext cx="10804262" cy="4986524"/>
          </a:xfrm>
          <a:prstGeom prst="rect">
            <a:avLst/>
          </a:prstGeom>
          <a:solidFill>
            <a:srgbClr val="F7F7F7"/>
          </a:solidFill>
          <a:ln cap="flat" cmpd="sng" w="9525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8" name="Google Shape;238;p42"/>
          <p:cNvGrpSpPr/>
          <p:nvPr/>
        </p:nvGrpSpPr>
        <p:grpSpPr>
          <a:xfrm>
            <a:off x="5972339" y="1728881"/>
            <a:ext cx="5806123" cy="3950105"/>
            <a:chOff x="5640570" y="1773819"/>
            <a:chExt cx="2983838" cy="2030008"/>
          </a:xfrm>
        </p:grpSpPr>
        <p:grpSp>
          <p:nvGrpSpPr>
            <p:cNvPr id="239" name="Google Shape;239;p42"/>
            <p:cNvGrpSpPr/>
            <p:nvPr/>
          </p:nvGrpSpPr>
          <p:grpSpPr>
            <a:xfrm>
              <a:off x="5640570" y="1773819"/>
              <a:ext cx="2983838" cy="2030008"/>
              <a:chOff x="8959367" y="2243285"/>
              <a:chExt cx="2952014" cy="2729264"/>
            </a:xfrm>
          </p:grpSpPr>
          <p:sp>
            <p:nvSpPr>
              <p:cNvPr id="240" name="Google Shape;240;p42"/>
              <p:cNvSpPr/>
              <p:nvPr/>
            </p:nvSpPr>
            <p:spPr>
              <a:xfrm>
                <a:off x="8959368" y="2243286"/>
                <a:ext cx="2952013" cy="2729263"/>
              </a:xfrm>
              <a:prstGeom prst="rect">
                <a:avLst/>
              </a:prstGeom>
              <a:solidFill>
                <a:srgbClr val="F7F7F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" name="Google Shape;241;p42"/>
              <p:cNvSpPr/>
              <p:nvPr/>
            </p:nvSpPr>
            <p:spPr>
              <a:xfrm>
                <a:off x="8959367" y="2243285"/>
                <a:ext cx="2952013" cy="2729263"/>
              </a:xfrm>
              <a:prstGeom prst="rect">
                <a:avLst/>
              </a:prstGeom>
              <a:noFill/>
              <a:ln cap="flat" cmpd="sng" w="9525">
                <a:solidFill>
                  <a:srgbClr val="D8D8D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2" name="Google Shape;242;p42"/>
            <p:cNvSpPr/>
            <p:nvPr/>
          </p:nvSpPr>
          <p:spPr>
            <a:xfrm>
              <a:off x="5733082" y="1852249"/>
              <a:ext cx="2787274" cy="1865833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3" name="Google Shape;243;p42"/>
          <p:cNvSpPr/>
          <p:nvPr>
            <p:ph idx="2" type="pic"/>
          </p:nvPr>
        </p:nvSpPr>
        <p:spPr>
          <a:xfrm>
            <a:off x="6163580" y="1888612"/>
            <a:ext cx="5423640" cy="3630643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244" name="Google Shape;244;p42"/>
          <p:cNvSpPr txBox="1"/>
          <p:nvPr>
            <p:ph type="title"/>
          </p:nvPr>
        </p:nvSpPr>
        <p:spPr>
          <a:xfrm>
            <a:off x="1502229" y="468000"/>
            <a:ext cx="8466230" cy="5226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42"/>
          <p:cNvSpPr txBox="1"/>
          <p:nvPr>
            <p:ph idx="1" type="body"/>
          </p:nvPr>
        </p:nvSpPr>
        <p:spPr>
          <a:xfrm>
            <a:off x="838200" y="1482725"/>
            <a:ext cx="4932363" cy="4687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just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indent="-228600" lvl="1" marL="9144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2pPr>
            <a:lvl3pPr indent="-228600" lvl="2" marL="13716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3pPr>
            <a:lvl4pPr indent="-228600" lvl="3" marL="18288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4pPr>
            <a:lvl5pPr indent="-228600" lvl="4" marL="22860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Logotipo, nome da empresa&#10;&#10;Descrição gerada automaticamente" id="246" name="Google Shape;246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90672" y="73970"/>
            <a:ext cx="1060574" cy="997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ulo conteudo">
  <p:cSld name="Titulo conteudo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3"/>
          <p:cNvSpPr/>
          <p:nvPr/>
        </p:nvSpPr>
        <p:spPr>
          <a:xfrm>
            <a:off x="694945" y="1306801"/>
            <a:ext cx="10804262" cy="4986524"/>
          </a:xfrm>
          <a:prstGeom prst="rect">
            <a:avLst/>
          </a:prstGeom>
          <a:solidFill>
            <a:srgbClr val="F7F7F7"/>
          </a:solidFill>
          <a:ln cap="flat" cmpd="sng" w="9525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43"/>
          <p:cNvSpPr txBox="1"/>
          <p:nvPr>
            <p:ph type="title"/>
          </p:nvPr>
        </p:nvSpPr>
        <p:spPr>
          <a:xfrm>
            <a:off x="1045029" y="468000"/>
            <a:ext cx="8923430" cy="5226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43"/>
          <p:cNvSpPr txBox="1"/>
          <p:nvPr>
            <p:ph idx="1" type="body"/>
          </p:nvPr>
        </p:nvSpPr>
        <p:spPr>
          <a:xfrm>
            <a:off x="901700" y="1500188"/>
            <a:ext cx="10388600" cy="4606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just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  <a:defRPr sz="2400"/>
            </a:lvl1pPr>
            <a:lvl2pPr indent="-381000" lvl="1" marL="9144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  <a:defRPr sz="2400"/>
            </a:lvl2pPr>
            <a:lvl3pPr indent="-381000" lvl="2" marL="13716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  <a:defRPr sz="2400"/>
            </a:lvl3pPr>
            <a:lvl4pPr indent="-381000" lvl="3" marL="18288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  <a:defRPr sz="2400"/>
            </a:lvl4pPr>
            <a:lvl5pPr indent="-381000" lvl="4" marL="228600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  <a:defRPr sz="2400"/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Logotipo, nome da empresa&#10;&#10;Descrição gerada automaticamente" id="251" name="Google Shape;251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90672" y="73970"/>
            <a:ext cx="1060574" cy="997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10.xml"/><Relationship Id="rId22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9.xml"/><Relationship Id="rId21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23" Type="http://schemas.openxmlformats.org/officeDocument/2006/relationships/theme" Target="../theme/theme1.xml"/><Relationship Id="rId1" Type="http://schemas.openxmlformats.org/officeDocument/2006/relationships/image" Target="../media/image2.jpg"/><Relationship Id="rId2" Type="http://schemas.openxmlformats.org/officeDocument/2006/relationships/image" Target="../media/image4.jpg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4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13"/>
          <p:cNvSpPr txBox="1"/>
          <p:nvPr>
            <p:ph type="title"/>
          </p:nvPr>
        </p:nvSpPr>
        <p:spPr>
          <a:xfrm>
            <a:off x="1045029" y="253887"/>
            <a:ext cx="9428214" cy="9973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13"/>
          <p:cNvSpPr txBox="1"/>
          <p:nvPr>
            <p:ph idx="1" type="body"/>
          </p:nvPr>
        </p:nvSpPr>
        <p:spPr>
          <a:xfrm>
            <a:off x="545431" y="1505169"/>
            <a:ext cx="11213431" cy="46712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just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81000" lvl="3" marL="1828800" marR="0" rtl="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81000" lvl="4" marL="2286000" marR="0" rtl="0" algn="just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" name="Google Shape;21;p13"/>
          <p:cNvSpPr txBox="1"/>
          <p:nvPr>
            <p:ph idx="12" type="sldNum"/>
          </p:nvPr>
        </p:nvSpPr>
        <p:spPr>
          <a:xfrm>
            <a:off x="11373852" y="6433858"/>
            <a:ext cx="753977" cy="3661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Logotipo, nome da empresa&#10;&#10;Descrição gerada automaticamente" id="22" name="Google Shape;22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90672" y="73970"/>
            <a:ext cx="1060574" cy="99739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f74194a8df_1_0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3f74194a8df_1_0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8" name="Google Shape;258;g3f74194a8df_1_0" title="ChatGPT Image 17 de ago. de 2026 10_51_1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7" y="0"/>
            <a:ext cx="12185523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g3f74194a8df_1_0"/>
          <p:cNvSpPr txBox="1"/>
          <p:nvPr>
            <p:ph type="ctrTitle"/>
          </p:nvPr>
        </p:nvSpPr>
        <p:spPr>
          <a:xfrm>
            <a:off x="1994807" y="1735966"/>
            <a:ext cx="8202300" cy="1949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pt-BR">
                <a:solidFill>
                  <a:srgbClr val="FFFFFF"/>
                </a:solidFill>
              </a:rPr>
              <a:t>TÍTULO DO TRABALHO</a:t>
            </a:r>
            <a:endParaRPr/>
          </a:p>
        </p:txBody>
      </p:sp>
      <p:sp>
        <p:nvSpPr>
          <p:cNvPr id="260" name="Google Shape;260;g3f74194a8df_1_0"/>
          <p:cNvSpPr txBox="1"/>
          <p:nvPr>
            <p:ph idx="1" type="subTitle"/>
          </p:nvPr>
        </p:nvSpPr>
        <p:spPr>
          <a:xfrm>
            <a:off x="1994807" y="3685117"/>
            <a:ext cx="8202300" cy="11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>
                <a:solidFill>
                  <a:srgbClr val="FFFFFF"/>
                </a:solidFill>
              </a:rPr>
              <a:t>NOME DE TODOS OS INTEGRANTES, INCLUINDO DO PROFESSOR ORIENTADOR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"/>
          <p:cNvSpPr txBox="1"/>
          <p:nvPr>
            <p:ph type="title"/>
          </p:nvPr>
        </p:nvSpPr>
        <p:spPr>
          <a:xfrm>
            <a:off x="2763786" y="264397"/>
            <a:ext cx="9428214" cy="9973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6F8B"/>
              </a:buClr>
              <a:buSzPts val="5400"/>
              <a:buFont typeface="Calibri"/>
              <a:buNone/>
            </a:pPr>
            <a:r>
              <a:rPr b="1" lang="pt-BR" sz="5400">
                <a:solidFill>
                  <a:srgbClr val="266F8B"/>
                </a:solidFill>
                <a:latin typeface="Calibri"/>
                <a:ea typeface="Calibri"/>
                <a:cs typeface="Calibri"/>
                <a:sym typeface="Calibri"/>
              </a:rPr>
              <a:t>Resumo</a:t>
            </a:r>
            <a:endParaRPr sz="5400"/>
          </a:p>
        </p:txBody>
      </p:sp>
      <p:sp>
        <p:nvSpPr>
          <p:cNvPr id="266" name="Google Shape;266;p2"/>
          <p:cNvSpPr txBox="1"/>
          <p:nvPr/>
        </p:nvSpPr>
        <p:spPr>
          <a:xfrm>
            <a:off x="1439917" y="2123090"/>
            <a:ext cx="9879724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Os trabalhos devem ser apresentados de acordo com o andamento do mesmo, caso o seu trabalho não tenha resultados, discussão e considerações finais, apresente somente até metodologia.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TODA APRESENTAÇÃO DEVE SER CONFIGURADA E DEVE CONTER NO MÁXIMO 10 SLIDES, INCLUINDO CAPA E APRESENTAÇÃO FINAL.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 TEMPO TOTAL DE APRESENTAÇÃO É DE 10 MINUTOS.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"/>
          <p:cNvSpPr txBox="1"/>
          <p:nvPr>
            <p:ph type="title"/>
          </p:nvPr>
        </p:nvSpPr>
        <p:spPr>
          <a:xfrm>
            <a:off x="2763786" y="264397"/>
            <a:ext cx="9428214" cy="9973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6F8B"/>
              </a:buClr>
              <a:buSzPts val="5400"/>
              <a:buFont typeface="Calibri"/>
              <a:buNone/>
            </a:pPr>
            <a:r>
              <a:rPr b="1" lang="pt-BR" sz="5400">
                <a:solidFill>
                  <a:srgbClr val="266F8B"/>
                </a:solidFill>
                <a:latin typeface="Calibri"/>
                <a:ea typeface="Calibri"/>
                <a:cs typeface="Calibri"/>
                <a:sym typeface="Calibri"/>
              </a:rPr>
              <a:t>Introdução</a:t>
            </a:r>
            <a:endParaRPr sz="5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"/>
          <p:cNvSpPr txBox="1"/>
          <p:nvPr>
            <p:ph type="title"/>
          </p:nvPr>
        </p:nvSpPr>
        <p:spPr>
          <a:xfrm>
            <a:off x="2763786" y="264397"/>
            <a:ext cx="9428214" cy="9973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6F8B"/>
              </a:buClr>
              <a:buSzPts val="5400"/>
              <a:buFont typeface="Calibri"/>
              <a:buNone/>
            </a:pPr>
            <a:r>
              <a:rPr b="1" lang="pt-BR" sz="5400">
                <a:solidFill>
                  <a:srgbClr val="266F8B"/>
                </a:solidFill>
                <a:latin typeface="Calibri"/>
                <a:ea typeface="Calibri"/>
                <a:cs typeface="Calibri"/>
                <a:sym typeface="Calibri"/>
              </a:rPr>
              <a:t>Objetivos</a:t>
            </a:r>
            <a:endParaRPr sz="5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5"/>
          <p:cNvSpPr txBox="1"/>
          <p:nvPr>
            <p:ph type="title"/>
          </p:nvPr>
        </p:nvSpPr>
        <p:spPr>
          <a:xfrm>
            <a:off x="2763786" y="264397"/>
            <a:ext cx="9428214" cy="9973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6F8B"/>
              </a:buClr>
              <a:buSzPts val="5400"/>
              <a:buFont typeface="Calibri"/>
              <a:buNone/>
            </a:pPr>
            <a:r>
              <a:rPr b="1" lang="pt-BR" sz="5400">
                <a:solidFill>
                  <a:srgbClr val="266F8B"/>
                </a:solidFill>
                <a:latin typeface="Calibri"/>
                <a:ea typeface="Calibri"/>
                <a:cs typeface="Calibri"/>
                <a:sym typeface="Calibri"/>
              </a:rPr>
              <a:t>Metodologia</a:t>
            </a:r>
            <a:endParaRPr sz="5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6"/>
          <p:cNvSpPr txBox="1"/>
          <p:nvPr>
            <p:ph type="title"/>
          </p:nvPr>
        </p:nvSpPr>
        <p:spPr>
          <a:xfrm>
            <a:off x="2763786" y="264397"/>
            <a:ext cx="9428214" cy="9973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6F8B"/>
              </a:buClr>
              <a:buSzPts val="5400"/>
              <a:buFont typeface="Calibri"/>
              <a:buNone/>
            </a:pPr>
            <a:r>
              <a:rPr b="1" lang="pt-BR" sz="5400">
                <a:solidFill>
                  <a:srgbClr val="266F8B"/>
                </a:solidFill>
                <a:latin typeface="Calibri"/>
                <a:ea typeface="Calibri"/>
                <a:cs typeface="Calibri"/>
                <a:sym typeface="Calibri"/>
              </a:rPr>
              <a:t>Resultados</a:t>
            </a:r>
            <a:endParaRPr sz="5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7"/>
          <p:cNvSpPr txBox="1"/>
          <p:nvPr>
            <p:ph type="title"/>
          </p:nvPr>
        </p:nvSpPr>
        <p:spPr>
          <a:xfrm>
            <a:off x="2763786" y="264397"/>
            <a:ext cx="9428214" cy="9973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6F8B"/>
              </a:buClr>
              <a:buSzPts val="5400"/>
              <a:buFont typeface="Calibri"/>
              <a:buNone/>
            </a:pPr>
            <a:r>
              <a:rPr b="1" lang="pt-BR" sz="5400">
                <a:solidFill>
                  <a:srgbClr val="266F8B"/>
                </a:solidFill>
                <a:latin typeface="Calibri"/>
                <a:ea typeface="Calibri"/>
                <a:cs typeface="Calibri"/>
                <a:sym typeface="Calibri"/>
              </a:rPr>
              <a:t>Discussão</a:t>
            </a:r>
            <a:endParaRPr sz="5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8"/>
          <p:cNvSpPr txBox="1"/>
          <p:nvPr>
            <p:ph type="title"/>
          </p:nvPr>
        </p:nvSpPr>
        <p:spPr>
          <a:xfrm>
            <a:off x="2763786" y="264397"/>
            <a:ext cx="9428214" cy="9973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6F8B"/>
              </a:buClr>
              <a:buSzPts val="5400"/>
              <a:buFont typeface="Calibri"/>
              <a:buNone/>
            </a:pPr>
            <a:r>
              <a:rPr b="1" lang="pt-BR" sz="5400">
                <a:solidFill>
                  <a:srgbClr val="266F8B"/>
                </a:solidFill>
                <a:latin typeface="Calibri"/>
                <a:ea typeface="Calibri"/>
                <a:cs typeface="Calibri"/>
                <a:sym typeface="Calibri"/>
              </a:rPr>
              <a:t>Considerações Finais</a:t>
            </a:r>
            <a:endParaRPr sz="5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9"/>
          <p:cNvSpPr txBox="1"/>
          <p:nvPr>
            <p:ph type="title"/>
          </p:nvPr>
        </p:nvSpPr>
        <p:spPr>
          <a:xfrm>
            <a:off x="2763786" y="264397"/>
            <a:ext cx="9428214" cy="9973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6F8B"/>
              </a:buClr>
              <a:buSzPts val="5400"/>
              <a:buFont typeface="Calibri"/>
              <a:buNone/>
            </a:pPr>
            <a:r>
              <a:rPr lang="pt-BR" sz="5400">
                <a:solidFill>
                  <a:srgbClr val="266F8B"/>
                </a:solidFill>
                <a:latin typeface="Calibri"/>
                <a:ea typeface="Calibri"/>
                <a:cs typeface="Calibri"/>
                <a:sym typeface="Calibri"/>
              </a:rPr>
              <a:t>Referências Bibliográficas</a:t>
            </a:r>
            <a:endParaRPr sz="5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0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adrão do plano de fundo&#10;&#10;Descrição gerada automaticamente" id="307" name="Google Shape;307;p10"/>
          <p:cNvPicPr preferRelativeResize="0"/>
          <p:nvPr/>
        </p:nvPicPr>
        <p:blipFill rotWithShape="1">
          <a:blip r:embed="rId3">
            <a:alphaModFix amt="50000"/>
          </a:blip>
          <a:srcRect b="1" l="0" r="3557" t="0"/>
          <a:stretch/>
        </p:blipFill>
        <p:spPr>
          <a:xfrm>
            <a:off x="20" y="1"/>
            <a:ext cx="1219198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10"/>
          <p:cNvSpPr txBox="1"/>
          <p:nvPr>
            <p:ph type="ctrTitle"/>
          </p:nvPr>
        </p:nvSpPr>
        <p:spPr>
          <a:xfrm>
            <a:off x="1994807" y="1735966"/>
            <a:ext cx="8202386" cy="19491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pt-BR">
                <a:solidFill>
                  <a:srgbClr val="FFFFFF"/>
                </a:solidFill>
              </a:rPr>
              <a:t>OBRIGADO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ersonalizar design">
  <a:themeElements>
    <a:clrScheme name="Verde-azulado">
      <a:dk1>
        <a:srgbClr val="000000"/>
      </a:dk1>
      <a:lt1>
        <a:srgbClr val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2025-04-07T20:25:04Z</dcterms:created>
  <dc:creator>THABATA PASQUINI SOEIRA</dc:creator>
</cp:coreProperties>
</file>